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1"/>
  </p:notesMasterIdLst>
  <p:sldIdLst>
    <p:sldId id="256" r:id="rId4"/>
    <p:sldId id="257" r:id="rId5"/>
    <p:sldId id="278" r:id="rId6"/>
    <p:sldId id="279" r:id="rId7"/>
    <p:sldId id="280" r:id="rId8"/>
    <p:sldId id="281" r:id="rId9"/>
    <p:sldId id="277" r:id="rId1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01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0758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5664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0436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3850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1772816"/>
            <a:ext cx="6561720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Propósito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268760"/>
            <a:ext cx="8208464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AR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Digitalizar las tareas diarias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del Departamento Movimiento Docente de Educación, específicamente en el manejo de liquidaciones y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devoluciones de Subvenciones Docentes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grpSp>
        <p:nvGrpSpPr>
          <p:cNvPr id="24" name="15 Grupo"/>
          <p:cNvGrpSpPr/>
          <p:nvPr/>
        </p:nvGrpSpPr>
        <p:grpSpPr>
          <a:xfrm>
            <a:off x="539552" y="2999536"/>
            <a:ext cx="6802560" cy="573480"/>
            <a:chOff x="540000" y="482760"/>
            <a:chExt cx="6802560" cy="573480"/>
          </a:xfrm>
        </p:grpSpPr>
        <p:pic>
          <p:nvPicPr>
            <p:cNvPr id="25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Alcance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27" name="CuadroTexto 2"/>
          <p:cNvSpPr/>
          <p:nvPr/>
        </p:nvSpPr>
        <p:spPr>
          <a:xfrm>
            <a:off x="539552" y="3861048"/>
            <a:ext cx="8208464" cy="1629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El sistema abordará los procesos de carga de datos, cálculo de liquidaciones y devoluciones, y generación de informes y formularios para rendiciones. Incluirá el procesamiento de archivos recibidos de la Dirección General de Escuelas de Provincia y la automatización de tareas actualmente manuales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Hitos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268760"/>
            <a:ext cx="8208464" cy="40919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1: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Seguridad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Procesamiento de Archivos</a:t>
            </a: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2: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>
                <a:solidFill>
                  <a:srgbClr val="FFFFFF"/>
                </a:solidFill>
                <a:latin typeface="Alfabet Medium"/>
              </a:rPr>
              <a:t>Registro de Inasistencias y Bajas</a:t>
            </a:r>
          </a:p>
          <a:p>
            <a:pPr>
              <a:lnSpc>
                <a:spcPct val="100000"/>
              </a:lnSpc>
            </a:pP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3: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Cálculos de Devoluciones</a:t>
            </a:r>
          </a:p>
          <a:p>
            <a:pPr>
              <a:lnSpc>
                <a:spcPct val="100000"/>
              </a:lnSpc>
            </a:pPr>
            <a:endParaRPr lang="es-ES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4: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Reportes y Rendiciones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18482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641282"/>
            <a:ext cx="8208464" cy="34764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Descripción: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Este hito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se centra en el desarrollo y la implementación de un mecanismo que permita procesar los archivos recibidos por la Dirección General de Escuelas de Provincia y almacenarlos en estructuras de datos adecuadas. Este hito incluye varios subcomponentes esenciales para garantizar la funcionalidad y la seguridad del sistema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 el hito más importante ya que su implementación constituye el </a:t>
            </a:r>
            <a:r>
              <a:rPr lang="es-ES" sz="2000" spc="-1" dirty="0" err="1" smtClean="0">
                <a:solidFill>
                  <a:srgbClr val="FFFFFF"/>
                </a:solidFill>
                <a:latin typeface="Alfabet Medium"/>
                <a:ea typeface="DejaVu Sans"/>
              </a:rPr>
              <a:t>core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 del sistema.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7" name="CuadroTexto 2"/>
          <p:cNvSpPr/>
          <p:nvPr/>
        </p:nvSpPr>
        <p:spPr>
          <a:xfrm>
            <a:off x="539552" y="1138392"/>
            <a:ext cx="8208464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4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1</a:t>
            </a:r>
            <a:endParaRPr lang="es-ES" sz="24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66554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641282"/>
            <a:ext cx="8208464" cy="4061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COMPONENTES</a:t>
            </a: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b="0" u="sng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Módulo Seguridad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Control de Acceso: Implementar un sistema de autenticación que asegure que sólo personal autorizado pueda acceder al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sistema: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Registro y Gestión de usuarios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Asignación de Roles y Permisos según el nivel de acceso necesario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Auditoría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y Monitoreo: Implementar registros de auditoría para monitorear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determinadas actividades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dentro del sistema, garantizando la integridad y la seguridad de los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datos</a:t>
            </a:r>
            <a:endParaRPr lang="es-ES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7" name="CuadroTexto 2"/>
          <p:cNvSpPr/>
          <p:nvPr/>
        </p:nvSpPr>
        <p:spPr>
          <a:xfrm>
            <a:off x="539552" y="1138392"/>
            <a:ext cx="8208464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4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1</a:t>
            </a:r>
            <a:endParaRPr lang="es-ES" sz="24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2367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Entregables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7" name="CuadroTexto 2"/>
          <p:cNvSpPr/>
          <p:nvPr/>
        </p:nvSpPr>
        <p:spPr>
          <a:xfrm>
            <a:off x="539552" y="1138392"/>
            <a:ext cx="8208464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4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1</a:t>
            </a:r>
            <a:endParaRPr lang="es-ES" sz="24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8" name="CuadroTexto 2"/>
          <p:cNvSpPr/>
          <p:nvPr/>
        </p:nvSpPr>
        <p:spPr>
          <a:xfrm>
            <a:off x="540000" y="1641282"/>
            <a:ext cx="8208464" cy="4061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COMPONENTES</a:t>
            </a: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b="0" u="sng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Módulo Carga de Archivos</a:t>
            </a: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Control de Acceso: Implementar un sistema de autenticación que asegure que sólo personal autorizado pueda acceder al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sistema: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Registro y Gestión de usuarios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Asignación de Roles y Permisos según el nivel de acceso necesario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Auditoría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y Monitoreo: Implementar registros de auditoría para monitorear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determinadas actividades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dentro del sistema, garantizando la integridad y la seguridad de los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datos</a:t>
            </a:r>
            <a:endParaRPr lang="es-ES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2649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ubTitle"/>
          </p:nvPr>
        </p:nvSpPr>
        <p:spPr>
          <a:xfrm>
            <a:off x="457200" y="540000"/>
            <a:ext cx="8228880" cy="530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AR" sz="4400" b="0" strike="noStrike" spc="-1" dirty="0">
                <a:solidFill>
                  <a:srgbClr val="FFFFFF"/>
                </a:solidFill>
                <a:latin typeface="Alfabet ExtraBold"/>
              </a:rPr>
              <a:t>MUCHAS GRACIAS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264" name="263 Imagen"/>
          <p:cNvPicPr/>
          <p:nvPr/>
        </p:nvPicPr>
        <p:blipFill>
          <a:blip r:embed="rId2" cstate="print"/>
          <a:stretch/>
        </p:blipFill>
        <p:spPr>
          <a:xfrm>
            <a:off x="0" y="5465160"/>
            <a:ext cx="9143280" cy="1374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4928</TotalTime>
  <Words>319</Words>
  <Application>Microsoft Office PowerPoint</Application>
  <PresentationFormat>Presentación en pantalla (4:3)</PresentationFormat>
  <Paragraphs>51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9" baseType="lpstr">
      <vt:lpstr>Alfabet ExtraBold</vt:lpstr>
      <vt:lpstr>Alfabet Medium</vt:lpstr>
      <vt:lpstr>Arial</vt:lpstr>
      <vt:lpstr>Courier New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44</cp:revision>
  <dcterms:created xsi:type="dcterms:W3CDTF">2024-04-17T14:44:25Z</dcterms:created>
  <dcterms:modified xsi:type="dcterms:W3CDTF">2024-09-23T17:17:04Z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