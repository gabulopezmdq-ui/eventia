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11"/>
  </p:notesMasterIdLst>
  <p:sldIdLst>
    <p:sldId id="256" r:id="rId4"/>
    <p:sldId id="257" r:id="rId5"/>
    <p:sldId id="278" r:id="rId6"/>
    <p:sldId id="283" r:id="rId7"/>
    <p:sldId id="284" r:id="rId8"/>
    <p:sldId id="285" r:id="rId9"/>
    <p:sldId id="277" r:id="rId1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721F08-CFC5-47AE-AA4F-2C18733BFCEC}" type="doc">
      <dgm:prSet loTypeId="urn:microsoft.com/office/officeart/2005/8/layout/chevron1" loCatId="process" qsTypeId="urn:microsoft.com/office/officeart/2005/8/quickstyle/simple1" qsCatId="simple" csTypeId="urn:microsoft.com/office/officeart/2005/8/colors/accent3_3" csCatId="accent3" phldr="1"/>
      <dgm:spPr/>
    </dgm:pt>
    <dgm:pt modelId="{B1F26CF5-7A2D-4536-9F97-D7D437907F5F}">
      <dgm:prSet phldrT="[Texto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s-ES" dirty="0" smtClean="0"/>
            <a:t>Presentación Proyecto</a:t>
          </a:r>
          <a:endParaRPr lang="es-AR" dirty="0"/>
        </a:p>
      </dgm:t>
    </dgm:pt>
    <dgm:pt modelId="{3F8BCD66-6389-4080-B8A7-F48C2DACDB2D}" type="parTrans" cxnId="{093577FA-C0C0-442F-A3AE-EC90BAFBC0D9}">
      <dgm:prSet/>
      <dgm:spPr/>
      <dgm:t>
        <a:bodyPr/>
        <a:lstStyle/>
        <a:p>
          <a:endParaRPr lang="es-AR"/>
        </a:p>
      </dgm:t>
    </dgm:pt>
    <dgm:pt modelId="{DE11440B-ADDF-4C84-BF15-5CD9AFF98849}" type="sibTrans" cxnId="{093577FA-C0C0-442F-A3AE-EC90BAFBC0D9}">
      <dgm:prSet/>
      <dgm:spPr/>
      <dgm:t>
        <a:bodyPr/>
        <a:lstStyle/>
        <a:p>
          <a:endParaRPr lang="es-AR"/>
        </a:p>
      </dgm:t>
    </dgm:pt>
    <dgm:pt modelId="{D72689B1-5A75-4951-A2FB-14CD8B2A0221}">
      <dgm:prSet phldrT="[Texto]"/>
      <dgm:spPr/>
      <dgm:t>
        <a:bodyPr/>
        <a:lstStyle/>
        <a:p>
          <a:r>
            <a:rPr lang="es-ES" dirty="0" smtClean="0"/>
            <a:t>Hito 1</a:t>
          </a:r>
          <a:endParaRPr lang="es-AR" dirty="0"/>
        </a:p>
      </dgm:t>
    </dgm:pt>
    <dgm:pt modelId="{055B95EC-703B-41FF-A7BF-D019A586C2AC}" type="parTrans" cxnId="{C7F13792-DEDE-4FFE-87B1-EC7DD5786C1B}">
      <dgm:prSet/>
      <dgm:spPr/>
      <dgm:t>
        <a:bodyPr/>
        <a:lstStyle/>
        <a:p>
          <a:endParaRPr lang="es-AR"/>
        </a:p>
      </dgm:t>
    </dgm:pt>
    <dgm:pt modelId="{E5CA6AAB-2071-4483-94B7-B0BC3D98F1EF}" type="sibTrans" cxnId="{C7F13792-DEDE-4FFE-87B1-EC7DD5786C1B}">
      <dgm:prSet/>
      <dgm:spPr/>
      <dgm:t>
        <a:bodyPr/>
        <a:lstStyle/>
        <a:p>
          <a:endParaRPr lang="es-AR"/>
        </a:p>
      </dgm:t>
    </dgm:pt>
    <dgm:pt modelId="{DB8FE8FB-B120-46F6-A77F-311D5C3B08F2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2</a:t>
          </a:r>
          <a:endParaRPr lang="es-AR" dirty="0"/>
        </a:p>
      </dgm:t>
    </dgm:pt>
    <dgm:pt modelId="{2902E580-A435-4410-B356-174C7421C53F}" type="parTrans" cxnId="{FAC579CA-9B8C-411A-82BC-EAE499025F0E}">
      <dgm:prSet/>
      <dgm:spPr/>
      <dgm:t>
        <a:bodyPr/>
        <a:lstStyle/>
        <a:p>
          <a:endParaRPr lang="es-AR"/>
        </a:p>
      </dgm:t>
    </dgm:pt>
    <dgm:pt modelId="{DECB317B-BAC8-47FA-AA2A-33B06EA7DC59}" type="sibTrans" cxnId="{FAC579CA-9B8C-411A-82BC-EAE499025F0E}">
      <dgm:prSet/>
      <dgm:spPr/>
      <dgm:t>
        <a:bodyPr/>
        <a:lstStyle/>
        <a:p>
          <a:endParaRPr lang="es-AR"/>
        </a:p>
      </dgm:t>
    </dgm:pt>
    <dgm:pt modelId="{8CF19CCA-2202-4A79-8F19-6A0504024186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3</a:t>
          </a:r>
          <a:endParaRPr lang="es-AR" dirty="0"/>
        </a:p>
      </dgm:t>
    </dgm:pt>
    <dgm:pt modelId="{1C1A0310-3C67-4A39-805B-B1EFACB52DEB}" type="parTrans" cxnId="{27E0D6AC-DC43-40FA-BC35-C714D3929682}">
      <dgm:prSet/>
      <dgm:spPr/>
      <dgm:t>
        <a:bodyPr/>
        <a:lstStyle/>
        <a:p>
          <a:endParaRPr lang="es-AR"/>
        </a:p>
      </dgm:t>
    </dgm:pt>
    <dgm:pt modelId="{3D004948-6569-4579-91EE-8E7DDBAD43B7}" type="sibTrans" cxnId="{27E0D6AC-DC43-40FA-BC35-C714D3929682}">
      <dgm:prSet/>
      <dgm:spPr/>
      <dgm:t>
        <a:bodyPr/>
        <a:lstStyle/>
        <a:p>
          <a:endParaRPr lang="es-AR"/>
        </a:p>
      </dgm:t>
    </dgm:pt>
    <dgm:pt modelId="{1012DF7D-426D-4D3C-8AB8-C16ABF9C970D}">
      <dgm:prSet phldrT="[Texto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s-ES" dirty="0" smtClean="0"/>
            <a:t>Hito 4</a:t>
          </a:r>
          <a:endParaRPr lang="es-AR" dirty="0"/>
        </a:p>
      </dgm:t>
    </dgm:pt>
    <dgm:pt modelId="{89DF9C7F-0B01-4642-A1ED-7A067EDDC449}" type="parTrans" cxnId="{29DCB6C0-E2AA-4550-86BC-1956343C3390}">
      <dgm:prSet/>
      <dgm:spPr/>
      <dgm:t>
        <a:bodyPr/>
        <a:lstStyle/>
        <a:p>
          <a:endParaRPr lang="es-AR"/>
        </a:p>
      </dgm:t>
    </dgm:pt>
    <dgm:pt modelId="{447C38E5-BC53-4DE9-9706-5A21FF8989AC}" type="sibTrans" cxnId="{29DCB6C0-E2AA-4550-86BC-1956343C3390}">
      <dgm:prSet/>
      <dgm:spPr/>
      <dgm:t>
        <a:bodyPr/>
        <a:lstStyle/>
        <a:p>
          <a:endParaRPr lang="es-AR"/>
        </a:p>
      </dgm:t>
    </dgm:pt>
    <dgm:pt modelId="{30144E4C-02D6-4F65-86FD-DBAD9683602B}" type="pres">
      <dgm:prSet presAssocID="{55721F08-CFC5-47AE-AA4F-2C18733BFCEC}" presName="Name0" presStyleCnt="0">
        <dgm:presLayoutVars>
          <dgm:dir/>
          <dgm:animLvl val="lvl"/>
          <dgm:resizeHandles val="exact"/>
        </dgm:presLayoutVars>
      </dgm:prSet>
      <dgm:spPr/>
    </dgm:pt>
    <dgm:pt modelId="{6C6FDAE0-9091-4629-9071-D28EC8C8E8AF}" type="pres">
      <dgm:prSet presAssocID="{B1F26CF5-7A2D-4536-9F97-D7D437907F5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0A5A947F-735C-4454-A9B9-9C54FF0820AC}" type="pres">
      <dgm:prSet presAssocID="{DE11440B-ADDF-4C84-BF15-5CD9AFF98849}" presName="parTxOnlySpace" presStyleCnt="0"/>
      <dgm:spPr/>
    </dgm:pt>
    <dgm:pt modelId="{DEE47EED-8B2B-4659-B30A-4C1AD09EF7B5}" type="pres">
      <dgm:prSet presAssocID="{D72689B1-5A75-4951-A2FB-14CD8B2A0221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AF22D892-684A-407E-9A00-01BD2699783B}" type="pres">
      <dgm:prSet presAssocID="{E5CA6AAB-2071-4483-94B7-B0BC3D98F1EF}" presName="parTxOnlySpace" presStyleCnt="0"/>
      <dgm:spPr/>
    </dgm:pt>
    <dgm:pt modelId="{D44F0185-01B9-46A9-981A-4EB38AF048F2}" type="pres">
      <dgm:prSet presAssocID="{DB8FE8FB-B120-46F6-A77F-311D5C3B08F2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FAAE02BE-AF83-45E5-A05F-D89C5A4BB5BC}" type="pres">
      <dgm:prSet presAssocID="{DECB317B-BAC8-47FA-AA2A-33B06EA7DC59}" presName="parTxOnlySpace" presStyleCnt="0"/>
      <dgm:spPr/>
    </dgm:pt>
    <dgm:pt modelId="{90CE4976-6A77-4F7A-BC46-E8682F920F8C}" type="pres">
      <dgm:prSet presAssocID="{8CF19CCA-2202-4A79-8F19-6A050402418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  <dgm:pt modelId="{0B33289E-708F-4FF7-A784-4A3DD9BAB869}" type="pres">
      <dgm:prSet presAssocID="{3D004948-6569-4579-91EE-8E7DDBAD43B7}" presName="parTxOnlySpace" presStyleCnt="0"/>
      <dgm:spPr/>
    </dgm:pt>
    <dgm:pt modelId="{C65F6A5B-5477-4801-A9AF-36FFA39951FC}" type="pres">
      <dgm:prSet presAssocID="{1012DF7D-426D-4D3C-8AB8-C16ABF9C970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s-AR"/>
        </a:p>
      </dgm:t>
    </dgm:pt>
  </dgm:ptLst>
  <dgm:cxnLst>
    <dgm:cxn modelId="{C7F13792-DEDE-4FFE-87B1-EC7DD5786C1B}" srcId="{55721F08-CFC5-47AE-AA4F-2C18733BFCEC}" destId="{D72689B1-5A75-4951-A2FB-14CD8B2A0221}" srcOrd="1" destOrd="0" parTransId="{055B95EC-703B-41FF-A7BF-D019A586C2AC}" sibTransId="{E5CA6AAB-2071-4483-94B7-B0BC3D98F1EF}"/>
    <dgm:cxn modelId="{0DDCBFB9-677F-4F61-AC85-11CE248D8C92}" type="presOf" srcId="{55721F08-CFC5-47AE-AA4F-2C18733BFCEC}" destId="{30144E4C-02D6-4F65-86FD-DBAD9683602B}" srcOrd="0" destOrd="0" presId="urn:microsoft.com/office/officeart/2005/8/layout/chevron1"/>
    <dgm:cxn modelId="{F166DB02-0F79-4486-AAA4-C55E7D9E4DBC}" type="presOf" srcId="{DB8FE8FB-B120-46F6-A77F-311D5C3B08F2}" destId="{D44F0185-01B9-46A9-981A-4EB38AF048F2}" srcOrd="0" destOrd="0" presId="urn:microsoft.com/office/officeart/2005/8/layout/chevron1"/>
    <dgm:cxn modelId="{093577FA-C0C0-442F-A3AE-EC90BAFBC0D9}" srcId="{55721F08-CFC5-47AE-AA4F-2C18733BFCEC}" destId="{B1F26CF5-7A2D-4536-9F97-D7D437907F5F}" srcOrd="0" destOrd="0" parTransId="{3F8BCD66-6389-4080-B8A7-F48C2DACDB2D}" sibTransId="{DE11440B-ADDF-4C84-BF15-5CD9AFF98849}"/>
    <dgm:cxn modelId="{27E0D6AC-DC43-40FA-BC35-C714D3929682}" srcId="{55721F08-CFC5-47AE-AA4F-2C18733BFCEC}" destId="{8CF19CCA-2202-4A79-8F19-6A0504024186}" srcOrd="3" destOrd="0" parTransId="{1C1A0310-3C67-4A39-805B-B1EFACB52DEB}" sibTransId="{3D004948-6569-4579-91EE-8E7DDBAD43B7}"/>
    <dgm:cxn modelId="{E340EFB4-322C-49A4-8DDB-210A3B14F8CC}" type="presOf" srcId="{1012DF7D-426D-4D3C-8AB8-C16ABF9C970D}" destId="{C65F6A5B-5477-4801-A9AF-36FFA39951FC}" srcOrd="0" destOrd="0" presId="urn:microsoft.com/office/officeart/2005/8/layout/chevron1"/>
    <dgm:cxn modelId="{29DCB6C0-E2AA-4550-86BC-1956343C3390}" srcId="{55721F08-CFC5-47AE-AA4F-2C18733BFCEC}" destId="{1012DF7D-426D-4D3C-8AB8-C16ABF9C970D}" srcOrd="4" destOrd="0" parTransId="{89DF9C7F-0B01-4642-A1ED-7A067EDDC449}" sibTransId="{447C38E5-BC53-4DE9-9706-5A21FF8989AC}"/>
    <dgm:cxn modelId="{554E9ECD-937D-4EC1-944B-CDE1DBB30B52}" type="presOf" srcId="{D72689B1-5A75-4951-A2FB-14CD8B2A0221}" destId="{DEE47EED-8B2B-4659-B30A-4C1AD09EF7B5}" srcOrd="0" destOrd="0" presId="urn:microsoft.com/office/officeart/2005/8/layout/chevron1"/>
    <dgm:cxn modelId="{A25EB06A-2ED1-485D-9FD7-9E17A8E1596B}" type="presOf" srcId="{8CF19CCA-2202-4A79-8F19-6A0504024186}" destId="{90CE4976-6A77-4F7A-BC46-E8682F920F8C}" srcOrd="0" destOrd="0" presId="urn:microsoft.com/office/officeart/2005/8/layout/chevron1"/>
    <dgm:cxn modelId="{FAC579CA-9B8C-411A-82BC-EAE499025F0E}" srcId="{55721F08-CFC5-47AE-AA4F-2C18733BFCEC}" destId="{DB8FE8FB-B120-46F6-A77F-311D5C3B08F2}" srcOrd="2" destOrd="0" parTransId="{2902E580-A435-4410-B356-174C7421C53F}" sibTransId="{DECB317B-BAC8-47FA-AA2A-33B06EA7DC59}"/>
    <dgm:cxn modelId="{31EA4F00-BA8D-43FE-A870-83085493B40F}" type="presOf" srcId="{B1F26CF5-7A2D-4536-9F97-D7D437907F5F}" destId="{6C6FDAE0-9091-4629-9071-D28EC8C8E8AF}" srcOrd="0" destOrd="0" presId="urn:microsoft.com/office/officeart/2005/8/layout/chevron1"/>
    <dgm:cxn modelId="{EA354F1B-BEB1-4F51-ACA5-A9918F9A4E3A}" type="presParOf" srcId="{30144E4C-02D6-4F65-86FD-DBAD9683602B}" destId="{6C6FDAE0-9091-4629-9071-D28EC8C8E8AF}" srcOrd="0" destOrd="0" presId="urn:microsoft.com/office/officeart/2005/8/layout/chevron1"/>
    <dgm:cxn modelId="{2045AD7F-CE28-47A1-BCC6-7EFED66429E5}" type="presParOf" srcId="{30144E4C-02D6-4F65-86FD-DBAD9683602B}" destId="{0A5A947F-735C-4454-A9B9-9C54FF0820AC}" srcOrd="1" destOrd="0" presId="urn:microsoft.com/office/officeart/2005/8/layout/chevron1"/>
    <dgm:cxn modelId="{5BAD8D40-0C21-401D-B5F8-0A8A154FE67D}" type="presParOf" srcId="{30144E4C-02D6-4F65-86FD-DBAD9683602B}" destId="{DEE47EED-8B2B-4659-B30A-4C1AD09EF7B5}" srcOrd="2" destOrd="0" presId="urn:microsoft.com/office/officeart/2005/8/layout/chevron1"/>
    <dgm:cxn modelId="{6A40634B-37DD-4FC0-B0D9-679915E24695}" type="presParOf" srcId="{30144E4C-02D6-4F65-86FD-DBAD9683602B}" destId="{AF22D892-684A-407E-9A00-01BD2699783B}" srcOrd="3" destOrd="0" presId="urn:microsoft.com/office/officeart/2005/8/layout/chevron1"/>
    <dgm:cxn modelId="{864C0CED-57F1-443D-A050-F6F458E6972F}" type="presParOf" srcId="{30144E4C-02D6-4F65-86FD-DBAD9683602B}" destId="{D44F0185-01B9-46A9-981A-4EB38AF048F2}" srcOrd="4" destOrd="0" presId="urn:microsoft.com/office/officeart/2005/8/layout/chevron1"/>
    <dgm:cxn modelId="{229660CA-1ADB-44FD-A0D8-507102216F02}" type="presParOf" srcId="{30144E4C-02D6-4F65-86FD-DBAD9683602B}" destId="{FAAE02BE-AF83-45E5-A05F-D89C5A4BB5BC}" srcOrd="5" destOrd="0" presId="urn:microsoft.com/office/officeart/2005/8/layout/chevron1"/>
    <dgm:cxn modelId="{5357627F-2919-426E-931F-F79CB2AD3949}" type="presParOf" srcId="{30144E4C-02D6-4F65-86FD-DBAD9683602B}" destId="{90CE4976-6A77-4F7A-BC46-E8682F920F8C}" srcOrd="6" destOrd="0" presId="urn:microsoft.com/office/officeart/2005/8/layout/chevron1"/>
    <dgm:cxn modelId="{5B7F85AB-C218-4793-8236-8EC70E91A0C8}" type="presParOf" srcId="{30144E4C-02D6-4F65-86FD-DBAD9683602B}" destId="{0B33289E-708F-4FF7-A784-4A3DD9BAB869}" srcOrd="7" destOrd="0" presId="urn:microsoft.com/office/officeart/2005/8/layout/chevron1"/>
    <dgm:cxn modelId="{37751992-BC1D-4047-A790-C3F2215BD6B0}" type="presParOf" srcId="{30144E4C-02D6-4F65-86FD-DBAD9683602B}" destId="{C65F6A5B-5477-4801-A9AF-36FFA39951FC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FDAE0-9091-4629-9071-D28EC8C8E8AF}">
      <dsp:nvSpPr>
        <dsp:cNvPr id="0" name=""/>
        <dsp:cNvSpPr/>
      </dsp:nvSpPr>
      <dsp:spPr>
        <a:xfrm>
          <a:off x="2127" y="305436"/>
          <a:ext cx="1893198" cy="757279"/>
        </a:xfrm>
        <a:prstGeom prst="chevron">
          <a:avLst/>
        </a:prstGeom>
        <a:solidFill>
          <a:schemeClr val="accent5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Presentación Proyecto</a:t>
          </a:r>
          <a:endParaRPr lang="es-AR" sz="1400" kern="1200" dirty="0"/>
        </a:p>
      </dsp:txBody>
      <dsp:txXfrm>
        <a:off x="380767" y="305436"/>
        <a:ext cx="1135919" cy="757279"/>
      </dsp:txXfrm>
    </dsp:sp>
    <dsp:sp modelId="{DEE47EED-8B2B-4659-B30A-4C1AD09EF7B5}">
      <dsp:nvSpPr>
        <dsp:cNvPr id="0" name=""/>
        <dsp:cNvSpPr/>
      </dsp:nvSpPr>
      <dsp:spPr>
        <a:xfrm>
          <a:off x="1706005" y="305436"/>
          <a:ext cx="1893198" cy="757279"/>
        </a:xfrm>
        <a:prstGeom prst="chevron">
          <a:avLst/>
        </a:prstGeom>
        <a:solidFill>
          <a:schemeClr val="accent3">
            <a:shade val="80000"/>
            <a:hueOff val="54727"/>
            <a:satOff val="-358"/>
            <a:lumOff val="61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Hito 1</a:t>
          </a:r>
          <a:endParaRPr lang="es-AR" sz="1400" kern="1200" dirty="0"/>
        </a:p>
      </dsp:txBody>
      <dsp:txXfrm>
        <a:off x="2084645" y="305436"/>
        <a:ext cx="1135919" cy="757279"/>
      </dsp:txXfrm>
    </dsp:sp>
    <dsp:sp modelId="{D44F0185-01B9-46A9-981A-4EB38AF048F2}">
      <dsp:nvSpPr>
        <dsp:cNvPr id="0" name=""/>
        <dsp:cNvSpPr/>
      </dsp:nvSpPr>
      <dsp:spPr>
        <a:xfrm>
          <a:off x="3409884" y="305436"/>
          <a:ext cx="1893198" cy="757279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Hito 2</a:t>
          </a:r>
          <a:endParaRPr lang="es-AR" sz="1400" kern="1200" dirty="0"/>
        </a:p>
      </dsp:txBody>
      <dsp:txXfrm>
        <a:off x="3788524" y="305436"/>
        <a:ext cx="1135919" cy="757279"/>
      </dsp:txXfrm>
    </dsp:sp>
    <dsp:sp modelId="{90CE4976-6A77-4F7A-BC46-E8682F920F8C}">
      <dsp:nvSpPr>
        <dsp:cNvPr id="0" name=""/>
        <dsp:cNvSpPr/>
      </dsp:nvSpPr>
      <dsp:spPr>
        <a:xfrm>
          <a:off x="5113763" y="305436"/>
          <a:ext cx="1893198" cy="757279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Hito 3</a:t>
          </a:r>
          <a:endParaRPr lang="es-AR" sz="1400" kern="1200" dirty="0"/>
        </a:p>
      </dsp:txBody>
      <dsp:txXfrm>
        <a:off x="5492403" y="305436"/>
        <a:ext cx="1135919" cy="757279"/>
      </dsp:txXfrm>
    </dsp:sp>
    <dsp:sp modelId="{C65F6A5B-5477-4801-A9AF-36FFA39951FC}">
      <dsp:nvSpPr>
        <dsp:cNvPr id="0" name=""/>
        <dsp:cNvSpPr/>
      </dsp:nvSpPr>
      <dsp:spPr>
        <a:xfrm>
          <a:off x="6817642" y="305436"/>
          <a:ext cx="1893198" cy="757279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400" kern="1200" dirty="0" smtClean="0"/>
            <a:t>Hito 4</a:t>
          </a:r>
          <a:endParaRPr lang="es-AR" sz="1400" kern="1200" dirty="0"/>
        </a:p>
      </dsp:txBody>
      <dsp:txXfrm>
        <a:off x="7196282" y="305436"/>
        <a:ext cx="1135919" cy="757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01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0758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0165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6547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450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Presentación del Proyecto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Propósito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268760"/>
            <a:ext cx="8208464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AR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Digitalizar las tareas diarias </a:t>
            </a: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del Departamento Movimiento Docente de Educación, específicamente en el manejo de liquidaciones y </a:t>
            </a: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devoluciones de Subvenciones Docentes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grpSp>
        <p:nvGrpSpPr>
          <p:cNvPr id="24" name="15 Grupo"/>
          <p:cNvGrpSpPr/>
          <p:nvPr/>
        </p:nvGrpSpPr>
        <p:grpSpPr>
          <a:xfrm>
            <a:off x="539552" y="2999536"/>
            <a:ext cx="6802560" cy="573480"/>
            <a:chOff x="540000" y="482760"/>
            <a:chExt cx="6802560" cy="573480"/>
          </a:xfrm>
        </p:grpSpPr>
        <p:pic>
          <p:nvPicPr>
            <p:cNvPr id="25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Alcance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27" name="CuadroTexto 2"/>
          <p:cNvSpPr/>
          <p:nvPr/>
        </p:nvSpPr>
        <p:spPr>
          <a:xfrm>
            <a:off x="539552" y="3861048"/>
            <a:ext cx="8208464" cy="1629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spc="-1" dirty="0">
                <a:solidFill>
                  <a:srgbClr val="FFFFFF"/>
                </a:solidFill>
                <a:latin typeface="Alfabet Medium"/>
                <a:ea typeface="DejaVu Sans"/>
              </a:rPr>
              <a:t>El sistema abordará los procesos de carga de datos, cálculo de liquidaciones y devoluciones, y generación de informes y formularios para rendiciones. Incluirá el procesamiento de archivos recibidos de la Dirección General de Escuelas de Provincia y la automatización de tareas actualmente manuales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Hitos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268760"/>
            <a:ext cx="8208464" cy="40919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1: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Seguridad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Paramétricas</a:t>
            </a: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b="0" strike="noStrike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Procesamiento de Archivos</a:t>
            </a:r>
          </a:p>
          <a:p>
            <a:pPr>
              <a:lnSpc>
                <a:spcPct val="100000"/>
              </a:lnSpc>
            </a:pPr>
            <a:endParaRPr lang="es-ES" sz="2000" b="0" strike="noStrike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2: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spc="-1" dirty="0">
                <a:solidFill>
                  <a:srgbClr val="FFFFFF"/>
                </a:solidFill>
                <a:latin typeface="Alfabet Medium"/>
              </a:rPr>
              <a:t>Registro de Inasistencias y Bajas</a:t>
            </a:r>
          </a:p>
          <a:p>
            <a:pPr>
              <a:lnSpc>
                <a:spcPct val="100000"/>
              </a:lnSpc>
            </a:pPr>
            <a:endParaRPr lang="es-ES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3: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Cálculos de Devoluciones</a:t>
            </a:r>
          </a:p>
          <a:p>
            <a:pPr>
              <a:lnSpc>
                <a:spcPct val="100000"/>
              </a:lnSpc>
            </a:pPr>
            <a:endParaRPr lang="es-ES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>
              <a:lnSpc>
                <a:spcPct val="100000"/>
              </a:lnSpc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Hito 4: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Reportes y Rendiciones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18482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Beneficios Esperados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268760"/>
            <a:ext cx="8208464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Reducción de errores manuales al automatizar el procesamiento de archivos.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AR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Mejora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en la visibilidad y control sobre la información de liquidaciones, inasistencias y devoluciones.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AR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Estandarización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del proceso de rendición de cuentas y generación de reportes.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AR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Mayor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seguridad y control sobre la información sensible de los docentes y las instituciones </a:t>
            </a:r>
          </a:p>
          <a:p>
            <a:pPr>
              <a:lnSpc>
                <a:spcPct val="100000"/>
              </a:lnSpc>
            </a:pP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263227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2"/>
          <p:cNvSpPr/>
          <p:nvPr/>
        </p:nvSpPr>
        <p:spPr>
          <a:xfrm>
            <a:off x="540000" y="1523981"/>
            <a:ext cx="8208464" cy="25530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El sistema proporcionará una plataforma sólida para la gestión de liquidaciones y asistencia docente.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AR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Se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espera una mejora significativa en la eficiencia y precisión del procesamiento de datos.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AR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La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división en hitos permitirá avances controlados y revisiones periódicas. </a:t>
            </a:r>
          </a:p>
        </p:txBody>
      </p:sp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Conclusión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89090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2"/>
          <p:cNvSpPr/>
          <p:nvPr/>
        </p:nvSpPr>
        <p:spPr>
          <a:xfrm>
            <a:off x="540000" y="1268760"/>
            <a:ext cx="8208464" cy="31686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AR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Presentación avances del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Hito 1.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AR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Validación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de las estructuras paramétricas.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AR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Configuración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inicial del módulo de seguridad.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AR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Revisión </a:t>
            </a:r>
            <a:r>
              <a:rPr lang="es-AR" altLang="es-AR" sz="2000" spc="-1" dirty="0">
                <a:solidFill>
                  <a:srgbClr val="FFFFFF"/>
                </a:solidFill>
                <a:latin typeface="Alfabet Medium"/>
                <a:ea typeface="DejaVu Sans"/>
              </a:rPr>
              <a:t>preliminar del sistema para la carga de archivos mecanizados. </a:t>
            </a:r>
          </a:p>
          <a:p>
            <a:pPr>
              <a:lnSpc>
                <a:spcPct val="100000"/>
              </a:lnSpc>
            </a:pP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Próximos Pasos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1887592371"/>
              </p:ext>
            </p:extLst>
          </p:nvPr>
        </p:nvGraphicFramePr>
        <p:xfrm>
          <a:off x="251520" y="4437112"/>
          <a:ext cx="8712968" cy="136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69986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ubTitle"/>
          </p:nvPr>
        </p:nvSpPr>
        <p:spPr>
          <a:xfrm>
            <a:off x="457200" y="540000"/>
            <a:ext cx="8228880" cy="530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ES" sz="4400" b="0" strike="noStrike" spc="-1" dirty="0" smtClean="0">
                <a:solidFill>
                  <a:srgbClr val="FFFFFF"/>
                </a:solidFill>
                <a:latin typeface="Alfabet ExtraBold"/>
              </a:rPr>
              <a:t> </a:t>
            </a:r>
          </a:p>
          <a:p>
            <a:pPr algn="ctr">
              <a:lnSpc>
                <a:spcPct val="100000"/>
              </a:lnSpc>
            </a:pPr>
            <a:endParaRPr lang="es-AR" sz="4400" spc="-1" dirty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endParaRPr lang="es-AR" sz="4400" b="0" strike="noStrike" spc="-1" dirty="0" smtClean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endParaRPr lang="es-AR" sz="4400" b="0" strike="noStrike" spc="-1" dirty="0" smtClean="0">
              <a:solidFill>
                <a:srgbClr val="FFFFFF"/>
              </a:solidFill>
              <a:latin typeface="Alfabet ExtraBold"/>
            </a:endParaRPr>
          </a:p>
          <a:p>
            <a:pPr algn="ctr"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MUCHAS </a:t>
            </a:r>
            <a:r>
              <a:rPr lang="es-AR" sz="4400" b="0" strike="noStrike" spc="-1" dirty="0">
                <a:solidFill>
                  <a:srgbClr val="FFFFFF"/>
                </a:solidFill>
                <a:latin typeface="Alfabet ExtraBold"/>
              </a:rPr>
              <a:t>GRACIAS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264" name="263 Imagen"/>
          <p:cNvPicPr/>
          <p:nvPr/>
        </p:nvPicPr>
        <p:blipFill>
          <a:blip r:embed="rId2" cstate="print"/>
          <a:stretch/>
        </p:blipFill>
        <p:spPr>
          <a:xfrm>
            <a:off x="0" y="5465160"/>
            <a:ext cx="9143280" cy="1374480"/>
          </a:xfrm>
          <a:prstGeom prst="rect">
            <a:avLst/>
          </a:prstGeom>
          <a:ln w="0">
            <a:noFill/>
          </a:ln>
        </p:spPr>
      </p:pic>
      <p:grpSp>
        <p:nvGrpSpPr>
          <p:cNvPr id="4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5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6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Preguntas y Respuestas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2" name="Rectángulo 1"/>
          <p:cNvSpPr/>
          <p:nvPr/>
        </p:nvSpPr>
        <p:spPr>
          <a:xfrm>
            <a:off x="1185480" y="1412776"/>
            <a:ext cx="6698888" cy="2232248"/>
          </a:xfrm>
          <a:prstGeom prst="rect">
            <a:avLst/>
          </a:prstGeom>
          <a:noFill/>
          <a:ln w="28575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s-AR"/>
          </a:p>
        </p:txBody>
      </p:sp>
      <p:sp>
        <p:nvSpPr>
          <p:cNvPr id="3" name="Elipse 2"/>
          <p:cNvSpPr/>
          <p:nvPr/>
        </p:nvSpPr>
        <p:spPr>
          <a:xfrm>
            <a:off x="1637524" y="1988840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/>
          <p:cNvSpPr/>
          <p:nvPr/>
        </p:nvSpPr>
        <p:spPr>
          <a:xfrm>
            <a:off x="1637524" y="2255584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/>
          <p:cNvSpPr/>
          <p:nvPr/>
        </p:nvSpPr>
        <p:spPr>
          <a:xfrm>
            <a:off x="1637524" y="2522328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Elipse 10"/>
          <p:cNvSpPr/>
          <p:nvPr/>
        </p:nvSpPr>
        <p:spPr>
          <a:xfrm>
            <a:off x="1637524" y="2789072"/>
            <a:ext cx="144016" cy="14401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5090</TotalTime>
  <Words>256</Words>
  <Application>Microsoft Office PowerPoint</Application>
  <PresentationFormat>Presentación en pantalla (4:3)</PresentationFormat>
  <Paragraphs>59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8" baseType="lpstr">
      <vt:lpstr>Alfabet ExtraBold</vt:lpstr>
      <vt:lpstr>Alfabet Medium</vt:lpstr>
      <vt:lpstr>Arial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52</cp:revision>
  <dcterms:created xsi:type="dcterms:W3CDTF">2024-04-17T14:44:25Z</dcterms:created>
  <dcterms:modified xsi:type="dcterms:W3CDTF">2024-09-24T17:33:22Z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