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notesMasterIdLst>
    <p:notesMasterId r:id="rId11"/>
  </p:notesMasterIdLst>
  <p:sldIdLst>
    <p:sldId id="256" r:id="rId4"/>
    <p:sldId id="278" r:id="rId5"/>
    <p:sldId id="279" r:id="rId6"/>
    <p:sldId id="280" r:id="rId7"/>
    <p:sldId id="282" r:id="rId8"/>
    <p:sldId id="281" r:id="rId9"/>
    <p:sldId id="277" r:id="rId10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26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721F08-CFC5-47AE-AA4F-2C18733BFCEC}" type="doc">
      <dgm:prSet loTypeId="urn:microsoft.com/office/officeart/2005/8/layout/chevron1" loCatId="process" qsTypeId="urn:microsoft.com/office/officeart/2005/8/quickstyle/simple1" qsCatId="simple" csTypeId="urn:microsoft.com/office/officeart/2005/8/colors/accent3_3" csCatId="accent3" phldr="1"/>
      <dgm:spPr/>
    </dgm:pt>
    <dgm:pt modelId="{B1F26CF5-7A2D-4536-9F97-D7D437907F5F}">
      <dgm:prSet phldrT="[Texto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s-ES" dirty="0" smtClean="0"/>
            <a:t>Presentación Proyecto</a:t>
          </a:r>
          <a:endParaRPr lang="es-AR" dirty="0"/>
        </a:p>
      </dgm:t>
    </dgm:pt>
    <dgm:pt modelId="{3F8BCD66-6389-4080-B8A7-F48C2DACDB2D}" type="parTrans" cxnId="{093577FA-C0C0-442F-A3AE-EC90BAFBC0D9}">
      <dgm:prSet/>
      <dgm:spPr/>
      <dgm:t>
        <a:bodyPr/>
        <a:lstStyle/>
        <a:p>
          <a:endParaRPr lang="es-AR"/>
        </a:p>
      </dgm:t>
    </dgm:pt>
    <dgm:pt modelId="{DE11440B-ADDF-4C84-BF15-5CD9AFF98849}" type="sibTrans" cxnId="{093577FA-C0C0-442F-A3AE-EC90BAFBC0D9}">
      <dgm:prSet/>
      <dgm:spPr/>
      <dgm:t>
        <a:bodyPr/>
        <a:lstStyle/>
        <a:p>
          <a:endParaRPr lang="es-AR"/>
        </a:p>
      </dgm:t>
    </dgm:pt>
    <dgm:pt modelId="{D72689B1-5A75-4951-A2FB-14CD8B2A0221}">
      <dgm:prSet phldrT="[Texto]"/>
      <dgm:spPr/>
      <dgm:t>
        <a:bodyPr/>
        <a:lstStyle/>
        <a:p>
          <a:r>
            <a:rPr lang="es-ES" dirty="0" smtClean="0"/>
            <a:t>Hito 1</a:t>
          </a:r>
          <a:endParaRPr lang="es-AR" dirty="0"/>
        </a:p>
      </dgm:t>
    </dgm:pt>
    <dgm:pt modelId="{055B95EC-703B-41FF-A7BF-D019A586C2AC}" type="parTrans" cxnId="{C7F13792-DEDE-4FFE-87B1-EC7DD5786C1B}">
      <dgm:prSet/>
      <dgm:spPr/>
      <dgm:t>
        <a:bodyPr/>
        <a:lstStyle/>
        <a:p>
          <a:endParaRPr lang="es-AR"/>
        </a:p>
      </dgm:t>
    </dgm:pt>
    <dgm:pt modelId="{E5CA6AAB-2071-4483-94B7-B0BC3D98F1EF}" type="sibTrans" cxnId="{C7F13792-DEDE-4FFE-87B1-EC7DD5786C1B}">
      <dgm:prSet/>
      <dgm:spPr/>
      <dgm:t>
        <a:bodyPr/>
        <a:lstStyle/>
        <a:p>
          <a:endParaRPr lang="es-AR"/>
        </a:p>
      </dgm:t>
    </dgm:pt>
    <dgm:pt modelId="{DB8FE8FB-B120-46F6-A77F-311D5C3B08F2}">
      <dgm:prSet phldrT="[Texto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s-ES" dirty="0" smtClean="0"/>
            <a:t>Hito 2</a:t>
          </a:r>
          <a:endParaRPr lang="es-AR" dirty="0"/>
        </a:p>
      </dgm:t>
    </dgm:pt>
    <dgm:pt modelId="{2902E580-A435-4410-B356-174C7421C53F}" type="parTrans" cxnId="{FAC579CA-9B8C-411A-82BC-EAE499025F0E}">
      <dgm:prSet/>
      <dgm:spPr/>
      <dgm:t>
        <a:bodyPr/>
        <a:lstStyle/>
        <a:p>
          <a:endParaRPr lang="es-AR"/>
        </a:p>
      </dgm:t>
    </dgm:pt>
    <dgm:pt modelId="{DECB317B-BAC8-47FA-AA2A-33B06EA7DC59}" type="sibTrans" cxnId="{FAC579CA-9B8C-411A-82BC-EAE499025F0E}">
      <dgm:prSet/>
      <dgm:spPr/>
      <dgm:t>
        <a:bodyPr/>
        <a:lstStyle/>
        <a:p>
          <a:endParaRPr lang="es-AR"/>
        </a:p>
      </dgm:t>
    </dgm:pt>
    <dgm:pt modelId="{8CF19CCA-2202-4A79-8F19-6A0504024186}">
      <dgm:prSet phldrT="[Texto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s-ES" dirty="0" smtClean="0"/>
            <a:t>Hito 3</a:t>
          </a:r>
          <a:endParaRPr lang="es-AR" dirty="0"/>
        </a:p>
      </dgm:t>
    </dgm:pt>
    <dgm:pt modelId="{1C1A0310-3C67-4A39-805B-B1EFACB52DEB}" type="parTrans" cxnId="{27E0D6AC-DC43-40FA-BC35-C714D3929682}">
      <dgm:prSet/>
      <dgm:spPr/>
      <dgm:t>
        <a:bodyPr/>
        <a:lstStyle/>
        <a:p>
          <a:endParaRPr lang="es-AR"/>
        </a:p>
      </dgm:t>
    </dgm:pt>
    <dgm:pt modelId="{3D004948-6569-4579-91EE-8E7DDBAD43B7}" type="sibTrans" cxnId="{27E0D6AC-DC43-40FA-BC35-C714D3929682}">
      <dgm:prSet/>
      <dgm:spPr/>
      <dgm:t>
        <a:bodyPr/>
        <a:lstStyle/>
        <a:p>
          <a:endParaRPr lang="es-AR"/>
        </a:p>
      </dgm:t>
    </dgm:pt>
    <dgm:pt modelId="{1012DF7D-426D-4D3C-8AB8-C16ABF9C970D}">
      <dgm:prSet phldrT="[Texto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s-ES" dirty="0" smtClean="0"/>
            <a:t>Hito 4</a:t>
          </a:r>
          <a:endParaRPr lang="es-AR" dirty="0"/>
        </a:p>
      </dgm:t>
    </dgm:pt>
    <dgm:pt modelId="{89DF9C7F-0B01-4642-A1ED-7A067EDDC449}" type="parTrans" cxnId="{29DCB6C0-E2AA-4550-86BC-1956343C3390}">
      <dgm:prSet/>
      <dgm:spPr/>
      <dgm:t>
        <a:bodyPr/>
        <a:lstStyle/>
        <a:p>
          <a:endParaRPr lang="es-AR"/>
        </a:p>
      </dgm:t>
    </dgm:pt>
    <dgm:pt modelId="{447C38E5-BC53-4DE9-9706-5A21FF8989AC}" type="sibTrans" cxnId="{29DCB6C0-E2AA-4550-86BC-1956343C3390}">
      <dgm:prSet/>
      <dgm:spPr/>
      <dgm:t>
        <a:bodyPr/>
        <a:lstStyle/>
        <a:p>
          <a:endParaRPr lang="es-AR"/>
        </a:p>
      </dgm:t>
    </dgm:pt>
    <dgm:pt modelId="{30144E4C-02D6-4F65-86FD-DBAD9683602B}" type="pres">
      <dgm:prSet presAssocID="{55721F08-CFC5-47AE-AA4F-2C18733BFCEC}" presName="Name0" presStyleCnt="0">
        <dgm:presLayoutVars>
          <dgm:dir/>
          <dgm:animLvl val="lvl"/>
          <dgm:resizeHandles val="exact"/>
        </dgm:presLayoutVars>
      </dgm:prSet>
      <dgm:spPr/>
    </dgm:pt>
    <dgm:pt modelId="{6C6FDAE0-9091-4629-9071-D28EC8C8E8AF}" type="pres">
      <dgm:prSet presAssocID="{B1F26CF5-7A2D-4536-9F97-D7D437907F5F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AR"/>
        </a:p>
      </dgm:t>
    </dgm:pt>
    <dgm:pt modelId="{0A5A947F-735C-4454-A9B9-9C54FF0820AC}" type="pres">
      <dgm:prSet presAssocID="{DE11440B-ADDF-4C84-BF15-5CD9AFF98849}" presName="parTxOnlySpace" presStyleCnt="0"/>
      <dgm:spPr/>
    </dgm:pt>
    <dgm:pt modelId="{DEE47EED-8B2B-4659-B30A-4C1AD09EF7B5}" type="pres">
      <dgm:prSet presAssocID="{D72689B1-5A75-4951-A2FB-14CD8B2A0221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AR"/>
        </a:p>
      </dgm:t>
    </dgm:pt>
    <dgm:pt modelId="{AF22D892-684A-407E-9A00-01BD2699783B}" type="pres">
      <dgm:prSet presAssocID="{E5CA6AAB-2071-4483-94B7-B0BC3D98F1EF}" presName="parTxOnlySpace" presStyleCnt="0"/>
      <dgm:spPr/>
    </dgm:pt>
    <dgm:pt modelId="{D44F0185-01B9-46A9-981A-4EB38AF048F2}" type="pres">
      <dgm:prSet presAssocID="{DB8FE8FB-B120-46F6-A77F-311D5C3B08F2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AR"/>
        </a:p>
      </dgm:t>
    </dgm:pt>
    <dgm:pt modelId="{FAAE02BE-AF83-45E5-A05F-D89C5A4BB5BC}" type="pres">
      <dgm:prSet presAssocID="{DECB317B-BAC8-47FA-AA2A-33B06EA7DC59}" presName="parTxOnlySpace" presStyleCnt="0"/>
      <dgm:spPr/>
    </dgm:pt>
    <dgm:pt modelId="{90CE4976-6A77-4F7A-BC46-E8682F920F8C}" type="pres">
      <dgm:prSet presAssocID="{8CF19CCA-2202-4A79-8F19-6A0504024186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AR"/>
        </a:p>
      </dgm:t>
    </dgm:pt>
    <dgm:pt modelId="{0B33289E-708F-4FF7-A784-4A3DD9BAB869}" type="pres">
      <dgm:prSet presAssocID="{3D004948-6569-4579-91EE-8E7DDBAD43B7}" presName="parTxOnlySpace" presStyleCnt="0"/>
      <dgm:spPr/>
    </dgm:pt>
    <dgm:pt modelId="{C65F6A5B-5477-4801-A9AF-36FFA39951FC}" type="pres">
      <dgm:prSet presAssocID="{1012DF7D-426D-4D3C-8AB8-C16ABF9C970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AR"/>
        </a:p>
      </dgm:t>
    </dgm:pt>
  </dgm:ptLst>
  <dgm:cxnLst>
    <dgm:cxn modelId="{093577FA-C0C0-442F-A3AE-EC90BAFBC0D9}" srcId="{55721F08-CFC5-47AE-AA4F-2C18733BFCEC}" destId="{B1F26CF5-7A2D-4536-9F97-D7D437907F5F}" srcOrd="0" destOrd="0" parTransId="{3F8BCD66-6389-4080-B8A7-F48C2DACDB2D}" sibTransId="{DE11440B-ADDF-4C84-BF15-5CD9AFF98849}"/>
    <dgm:cxn modelId="{27E0D6AC-DC43-40FA-BC35-C714D3929682}" srcId="{55721F08-CFC5-47AE-AA4F-2C18733BFCEC}" destId="{8CF19CCA-2202-4A79-8F19-6A0504024186}" srcOrd="3" destOrd="0" parTransId="{1C1A0310-3C67-4A39-805B-B1EFACB52DEB}" sibTransId="{3D004948-6569-4579-91EE-8E7DDBAD43B7}"/>
    <dgm:cxn modelId="{6F6E8962-92BF-4140-85F2-4F7B79FCAA8D}" type="presOf" srcId="{8CF19CCA-2202-4A79-8F19-6A0504024186}" destId="{90CE4976-6A77-4F7A-BC46-E8682F920F8C}" srcOrd="0" destOrd="0" presId="urn:microsoft.com/office/officeart/2005/8/layout/chevron1"/>
    <dgm:cxn modelId="{DC9FC957-2318-4A61-8D4F-E2FFF906943F}" type="presOf" srcId="{55721F08-CFC5-47AE-AA4F-2C18733BFCEC}" destId="{30144E4C-02D6-4F65-86FD-DBAD9683602B}" srcOrd="0" destOrd="0" presId="urn:microsoft.com/office/officeart/2005/8/layout/chevron1"/>
    <dgm:cxn modelId="{AC3D41B2-F00D-459D-8F63-CB20B80900D4}" type="presOf" srcId="{1012DF7D-426D-4D3C-8AB8-C16ABF9C970D}" destId="{C65F6A5B-5477-4801-A9AF-36FFA39951FC}" srcOrd="0" destOrd="0" presId="urn:microsoft.com/office/officeart/2005/8/layout/chevron1"/>
    <dgm:cxn modelId="{29DCB6C0-E2AA-4550-86BC-1956343C3390}" srcId="{55721F08-CFC5-47AE-AA4F-2C18733BFCEC}" destId="{1012DF7D-426D-4D3C-8AB8-C16ABF9C970D}" srcOrd="4" destOrd="0" parTransId="{89DF9C7F-0B01-4642-A1ED-7A067EDDC449}" sibTransId="{447C38E5-BC53-4DE9-9706-5A21FF8989AC}"/>
    <dgm:cxn modelId="{FAC579CA-9B8C-411A-82BC-EAE499025F0E}" srcId="{55721F08-CFC5-47AE-AA4F-2C18733BFCEC}" destId="{DB8FE8FB-B120-46F6-A77F-311D5C3B08F2}" srcOrd="2" destOrd="0" parTransId="{2902E580-A435-4410-B356-174C7421C53F}" sibTransId="{DECB317B-BAC8-47FA-AA2A-33B06EA7DC59}"/>
    <dgm:cxn modelId="{7AF3FAE4-8A3D-4DE9-9840-832968F30A6E}" type="presOf" srcId="{B1F26CF5-7A2D-4536-9F97-D7D437907F5F}" destId="{6C6FDAE0-9091-4629-9071-D28EC8C8E8AF}" srcOrd="0" destOrd="0" presId="urn:microsoft.com/office/officeart/2005/8/layout/chevron1"/>
    <dgm:cxn modelId="{C7F13792-DEDE-4FFE-87B1-EC7DD5786C1B}" srcId="{55721F08-CFC5-47AE-AA4F-2C18733BFCEC}" destId="{D72689B1-5A75-4951-A2FB-14CD8B2A0221}" srcOrd="1" destOrd="0" parTransId="{055B95EC-703B-41FF-A7BF-D019A586C2AC}" sibTransId="{E5CA6AAB-2071-4483-94B7-B0BC3D98F1EF}"/>
    <dgm:cxn modelId="{DCAA81DE-3FCB-43C7-9A75-8D16F2FA613D}" type="presOf" srcId="{D72689B1-5A75-4951-A2FB-14CD8B2A0221}" destId="{DEE47EED-8B2B-4659-B30A-4C1AD09EF7B5}" srcOrd="0" destOrd="0" presId="urn:microsoft.com/office/officeart/2005/8/layout/chevron1"/>
    <dgm:cxn modelId="{2926F869-1932-4770-9744-2B9C712FEECF}" type="presOf" srcId="{DB8FE8FB-B120-46F6-A77F-311D5C3B08F2}" destId="{D44F0185-01B9-46A9-981A-4EB38AF048F2}" srcOrd="0" destOrd="0" presId="urn:microsoft.com/office/officeart/2005/8/layout/chevron1"/>
    <dgm:cxn modelId="{C09F24FB-1193-4F0A-963A-1A7C67EA1A3E}" type="presParOf" srcId="{30144E4C-02D6-4F65-86FD-DBAD9683602B}" destId="{6C6FDAE0-9091-4629-9071-D28EC8C8E8AF}" srcOrd="0" destOrd="0" presId="urn:microsoft.com/office/officeart/2005/8/layout/chevron1"/>
    <dgm:cxn modelId="{FB26AC26-7AA0-4F4A-94DD-B834F1B099D5}" type="presParOf" srcId="{30144E4C-02D6-4F65-86FD-DBAD9683602B}" destId="{0A5A947F-735C-4454-A9B9-9C54FF0820AC}" srcOrd="1" destOrd="0" presId="urn:microsoft.com/office/officeart/2005/8/layout/chevron1"/>
    <dgm:cxn modelId="{1B560F9A-0C77-47DF-8D7D-17212B8596CE}" type="presParOf" srcId="{30144E4C-02D6-4F65-86FD-DBAD9683602B}" destId="{DEE47EED-8B2B-4659-B30A-4C1AD09EF7B5}" srcOrd="2" destOrd="0" presId="urn:microsoft.com/office/officeart/2005/8/layout/chevron1"/>
    <dgm:cxn modelId="{57D06FE6-496D-4760-9A37-3355B830A894}" type="presParOf" srcId="{30144E4C-02D6-4F65-86FD-DBAD9683602B}" destId="{AF22D892-684A-407E-9A00-01BD2699783B}" srcOrd="3" destOrd="0" presId="urn:microsoft.com/office/officeart/2005/8/layout/chevron1"/>
    <dgm:cxn modelId="{8C88ABB7-D0B1-495A-8444-1260CDD43F92}" type="presParOf" srcId="{30144E4C-02D6-4F65-86FD-DBAD9683602B}" destId="{D44F0185-01B9-46A9-981A-4EB38AF048F2}" srcOrd="4" destOrd="0" presId="urn:microsoft.com/office/officeart/2005/8/layout/chevron1"/>
    <dgm:cxn modelId="{9E7FDC96-A1FB-43CD-B239-F21C926C8C0B}" type="presParOf" srcId="{30144E4C-02D6-4F65-86FD-DBAD9683602B}" destId="{FAAE02BE-AF83-45E5-A05F-D89C5A4BB5BC}" srcOrd="5" destOrd="0" presId="urn:microsoft.com/office/officeart/2005/8/layout/chevron1"/>
    <dgm:cxn modelId="{37307382-02D2-4BD8-88E9-2FA722B5A824}" type="presParOf" srcId="{30144E4C-02D6-4F65-86FD-DBAD9683602B}" destId="{90CE4976-6A77-4F7A-BC46-E8682F920F8C}" srcOrd="6" destOrd="0" presId="urn:microsoft.com/office/officeart/2005/8/layout/chevron1"/>
    <dgm:cxn modelId="{3446969F-2CA7-47BE-AB27-E0D01963C57F}" type="presParOf" srcId="{30144E4C-02D6-4F65-86FD-DBAD9683602B}" destId="{0B33289E-708F-4FF7-A784-4A3DD9BAB869}" srcOrd="7" destOrd="0" presId="urn:microsoft.com/office/officeart/2005/8/layout/chevron1"/>
    <dgm:cxn modelId="{CD882A40-DE8C-400C-B5A4-107B1ACA852B}" type="presParOf" srcId="{30144E4C-02D6-4F65-86FD-DBAD9683602B}" destId="{C65F6A5B-5477-4801-A9AF-36FFA39951FC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6FDAE0-9091-4629-9071-D28EC8C8E8AF}">
      <dsp:nvSpPr>
        <dsp:cNvPr id="0" name=""/>
        <dsp:cNvSpPr/>
      </dsp:nvSpPr>
      <dsp:spPr>
        <a:xfrm>
          <a:off x="2127" y="305436"/>
          <a:ext cx="1893198" cy="757279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Presentación Proyecto</a:t>
          </a:r>
          <a:endParaRPr lang="es-AR" sz="1400" kern="1200" dirty="0"/>
        </a:p>
      </dsp:txBody>
      <dsp:txXfrm>
        <a:off x="380767" y="305436"/>
        <a:ext cx="1135919" cy="757279"/>
      </dsp:txXfrm>
    </dsp:sp>
    <dsp:sp modelId="{DEE47EED-8B2B-4659-B30A-4C1AD09EF7B5}">
      <dsp:nvSpPr>
        <dsp:cNvPr id="0" name=""/>
        <dsp:cNvSpPr/>
      </dsp:nvSpPr>
      <dsp:spPr>
        <a:xfrm>
          <a:off x="1706005" y="305436"/>
          <a:ext cx="1893198" cy="757279"/>
        </a:xfrm>
        <a:prstGeom prst="chevron">
          <a:avLst/>
        </a:prstGeom>
        <a:solidFill>
          <a:schemeClr val="accent3">
            <a:shade val="80000"/>
            <a:hueOff val="54727"/>
            <a:satOff val="-358"/>
            <a:lumOff val="613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Hito 1</a:t>
          </a:r>
          <a:endParaRPr lang="es-AR" sz="1400" kern="1200" dirty="0"/>
        </a:p>
      </dsp:txBody>
      <dsp:txXfrm>
        <a:off x="2084645" y="305436"/>
        <a:ext cx="1135919" cy="757279"/>
      </dsp:txXfrm>
    </dsp:sp>
    <dsp:sp modelId="{D44F0185-01B9-46A9-981A-4EB38AF048F2}">
      <dsp:nvSpPr>
        <dsp:cNvPr id="0" name=""/>
        <dsp:cNvSpPr/>
      </dsp:nvSpPr>
      <dsp:spPr>
        <a:xfrm>
          <a:off x="3409884" y="305436"/>
          <a:ext cx="1893198" cy="757279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Hito 2</a:t>
          </a:r>
          <a:endParaRPr lang="es-AR" sz="1400" kern="1200" dirty="0"/>
        </a:p>
      </dsp:txBody>
      <dsp:txXfrm>
        <a:off x="3788524" y="305436"/>
        <a:ext cx="1135919" cy="757279"/>
      </dsp:txXfrm>
    </dsp:sp>
    <dsp:sp modelId="{90CE4976-6A77-4F7A-BC46-E8682F920F8C}">
      <dsp:nvSpPr>
        <dsp:cNvPr id="0" name=""/>
        <dsp:cNvSpPr/>
      </dsp:nvSpPr>
      <dsp:spPr>
        <a:xfrm>
          <a:off x="5113763" y="305436"/>
          <a:ext cx="1893198" cy="757279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Hito 3</a:t>
          </a:r>
          <a:endParaRPr lang="es-AR" sz="1400" kern="1200" dirty="0"/>
        </a:p>
      </dsp:txBody>
      <dsp:txXfrm>
        <a:off x="5492403" y="305436"/>
        <a:ext cx="1135919" cy="757279"/>
      </dsp:txXfrm>
    </dsp:sp>
    <dsp:sp modelId="{C65F6A5B-5477-4801-A9AF-36FFA39951FC}">
      <dsp:nvSpPr>
        <dsp:cNvPr id="0" name=""/>
        <dsp:cNvSpPr/>
      </dsp:nvSpPr>
      <dsp:spPr>
        <a:xfrm>
          <a:off x="6817642" y="305436"/>
          <a:ext cx="1893198" cy="757279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Hito 4</a:t>
          </a:r>
          <a:endParaRPr lang="es-AR" sz="1400" kern="1200" dirty="0"/>
        </a:p>
      </dsp:txBody>
      <dsp:txXfrm>
        <a:off x="7196282" y="305436"/>
        <a:ext cx="1135919" cy="7572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s-AR" sz="4400" b="0" strike="noStrike" spc="-1">
                <a:latin typeface="Arial"/>
              </a:rPr>
              <a:t>Pulse para desplazar la diapositiva</a:t>
            </a: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s-AR" sz="2000" b="0" strike="noStrike" spc="-1">
                <a:latin typeface="Arial"/>
              </a:rPr>
              <a:t>Pulse para editar el formato de las notas</a:t>
            </a:r>
          </a:p>
        </p:txBody>
      </p:sp>
      <p:sp>
        <p:nvSpPr>
          <p:cNvPr id="1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s-AR" sz="1400" b="0" strike="noStrike" spc="-1">
                <a:latin typeface="Times New Roman"/>
              </a:rPr>
              <a:t>&lt;cabecera&gt;</a:t>
            </a:r>
          </a:p>
        </p:txBody>
      </p:sp>
      <p:sp>
        <p:nvSpPr>
          <p:cNvPr id="117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/>
            <a:r>
              <a:rPr lang="es-AR" sz="1400" b="0" strike="noStrike" spc="-1">
                <a:latin typeface="Times New Roman"/>
              </a:rPr>
              <a:t>&lt;fecha/hora&gt;</a:t>
            </a:r>
          </a:p>
        </p:txBody>
      </p:sp>
      <p:sp>
        <p:nvSpPr>
          <p:cNvPr id="118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es-AR" sz="1400" b="0" strike="noStrike" spc="-1">
                <a:latin typeface="Times New Roman"/>
              </a:rPr>
              <a:t>&lt;pie de página&gt;</a:t>
            </a:r>
          </a:p>
        </p:txBody>
      </p:sp>
      <p:sp>
        <p:nvSpPr>
          <p:cNvPr id="119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/>
            <a:fld id="{25E1D73A-C896-4F10-8A1F-42DA976BB268}" type="slidenum">
              <a:rPr lang="es-AR" sz="1400" b="0" strike="noStrike" spc="-1">
                <a:latin typeface="Times New Roman"/>
              </a:rPr>
              <a:pPr algn="r"/>
              <a:t>‹Nº›</a:t>
            </a:fld>
            <a:endParaRPr lang="es-AR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2487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2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07581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3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5664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4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20436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 dirty="0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5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985476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6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63850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s-AR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s-AR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s-AR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2.jpe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3.pn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E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920" y="980728"/>
            <a:ext cx="7858496" cy="208823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s-AR" sz="4400" b="0" strike="noStrike" spc="-1" dirty="0" smtClean="0">
                <a:solidFill>
                  <a:srgbClr val="FFFFFF"/>
                </a:solidFill>
                <a:latin typeface="Alfabet ExtraBold"/>
              </a:rPr>
              <a:t>Devolución de Subvenciones Docentes</a:t>
            </a:r>
            <a:endParaRPr lang="es-AR" sz="4400" b="0" strike="noStrike" spc="-1" dirty="0">
              <a:latin typeface="Arial"/>
            </a:endParaRPr>
          </a:p>
        </p:txBody>
      </p:sp>
      <p:pic>
        <p:nvPicPr>
          <p:cNvPr id="121" name="120 Imagen"/>
          <p:cNvPicPr/>
          <p:nvPr/>
        </p:nvPicPr>
        <p:blipFill>
          <a:blip r:embed="rId2" cstate="print"/>
          <a:stretch/>
        </p:blipFill>
        <p:spPr>
          <a:xfrm>
            <a:off x="180000" y="5396400"/>
            <a:ext cx="8819640" cy="144324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1"/>
          <p:cNvSpPr txBox="1">
            <a:spLocks/>
          </p:cNvSpPr>
          <p:nvPr/>
        </p:nvSpPr>
        <p:spPr>
          <a:xfrm>
            <a:off x="458552" y="3429000"/>
            <a:ext cx="8217904" cy="108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/>
            <a:r>
              <a:rPr lang="es-AR" sz="2800" kern="0" spc="-1" dirty="0" smtClean="0">
                <a:solidFill>
                  <a:srgbClr val="FFFFFF"/>
                </a:solidFill>
                <a:latin typeface="Alfabet ExtraBold"/>
              </a:rPr>
              <a:t>HITO 1</a:t>
            </a:r>
            <a:endParaRPr lang="es-AR" sz="2800" kern="0" spc="-1" dirty="0">
              <a:solidFill>
                <a:sysClr val="windowText" lastClr="000000"/>
              </a:solidFill>
              <a:latin typeface="Arial"/>
            </a:endParaRPr>
          </a:p>
        </p:txBody>
      </p:sp>
      <p:cxnSp>
        <p:nvCxnSpPr>
          <p:cNvPr id="3" name="Conector recto 2"/>
          <p:cNvCxnSpPr/>
          <p:nvPr/>
        </p:nvCxnSpPr>
        <p:spPr>
          <a:xfrm flipH="1">
            <a:off x="2843808" y="4581128"/>
            <a:ext cx="5832648" cy="0"/>
          </a:xfrm>
          <a:prstGeom prst="line">
            <a:avLst/>
          </a:prstGeom>
          <a:ln w="28575">
            <a:solidFill>
              <a:schemeClr val="bg1"/>
            </a:solidFill>
          </a:ln>
          <a:effectLst>
            <a:outerShdw blurRad="50800" dist="38100" dir="5400000" algn="t" rotWithShape="0">
              <a:schemeClr val="bg2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Hitos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23" name="CuadroTexto 2"/>
          <p:cNvSpPr/>
          <p:nvPr/>
        </p:nvSpPr>
        <p:spPr>
          <a:xfrm>
            <a:off x="755576" y="1268760"/>
            <a:ext cx="7992888" cy="33840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6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Hito 1: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6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Seguridad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6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Paramétricas</a:t>
            </a:r>
            <a:endParaRPr lang="es-ES" sz="1600" b="0" strike="noStrike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6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Procesamiento de Archivos</a:t>
            </a:r>
          </a:p>
          <a:p>
            <a:pPr>
              <a:lnSpc>
                <a:spcPct val="100000"/>
              </a:lnSpc>
            </a:pPr>
            <a:endParaRPr lang="es-ES" sz="1600" b="0" strike="noStrike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>
              <a:lnSpc>
                <a:spcPct val="100000"/>
              </a:lnSpc>
            </a:pPr>
            <a:r>
              <a:rPr lang="es-ES" sz="16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Hito 2: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600" spc="-1" dirty="0">
                <a:solidFill>
                  <a:srgbClr val="FFFFFF"/>
                </a:solidFill>
                <a:latin typeface="Alfabet Medium"/>
              </a:rPr>
              <a:t>Registro de Inasistencias y Bajas</a:t>
            </a:r>
          </a:p>
          <a:p>
            <a:pPr>
              <a:lnSpc>
                <a:spcPct val="100000"/>
              </a:lnSpc>
            </a:pPr>
            <a:endParaRPr lang="es-ES" sz="1600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>
              <a:lnSpc>
                <a:spcPct val="100000"/>
              </a:lnSpc>
            </a:pPr>
            <a:r>
              <a:rPr lang="es-ES" sz="16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Hito 3: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6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Cálculos de Devoluciones</a:t>
            </a:r>
          </a:p>
          <a:p>
            <a:pPr>
              <a:lnSpc>
                <a:spcPct val="100000"/>
              </a:lnSpc>
            </a:pPr>
            <a:endParaRPr lang="es-ES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>
              <a:lnSpc>
                <a:spcPct val="100000"/>
              </a:lnSpc>
            </a:pPr>
            <a:r>
              <a:rPr lang="es-ES" sz="16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Hito 4: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6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Reportes y Rendiciones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graphicFrame>
        <p:nvGraphicFramePr>
          <p:cNvPr id="10" name="Diagrama 9"/>
          <p:cNvGraphicFramePr/>
          <p:nvPr>
            <p:extLst>
              <p:ext uri="{D42A27DB-BD31-4B8C-83A1-F6EECF244321}">
                <p14:modId xmlns:p14="http://schemas.microsoft.com/office/powerpoint/2010/main" val="1952500006"/>
              </p:ext>
            </p:extLst>
          </p:nvPr>
        </p:nvGraphicFramePr>
        <p:xfrm>
          <a:off x="251520" y="4437112"/>
          <a:ext cx="8712968" cy="1368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184820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Descripción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23" name="CuadroTexto 2"/>
          <p:cNvSpPr/>
          <p:nvPr/>
        </p:nvSpPr>
        <p:spPr>
          <a:xfrm>
            <a:off x="540000" y="1641282"/>
            <a:ext cx="8208464" cy="34764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Este hito </a:t>
            </a:r>
            <a:r>
              <a:rPr lang="es-ES" sz="2000" spc="-1" dirty="0">
                <a:solidFill>
                  <a:srgbClr val="FFFFFF"/>
                </a:solidFill>
                <a:latin typeface="Alfabet Medium"/>
                <a:ea typeface="DejaVu Sans"/>
              </a:rPr>
              <a:t>se centra en el desarrollo y la implementación de un mecanismo que permita procesar los archivos recibidos por la Dirección General de Escuelas de Provincia y almacenarlos en estructuras de datos adecuadas. Este hito incluye varios subcomponentes esenciales para garantizar la funcionalidad y la seguridad del sistema</a:t>
            </a: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Es </a:t>
            </a: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el hito más importante ya que su implementación constituye el </a:t>
            </a:r>
            <a:r>
              <a:rPr lang="es-ES" sz="2000" spc="-1" dirty="0" err="1" smtClean="0">
                <a:solidFill>
                  <a:srgbClr val="FFFFFF"/>
                </a:solidFill>
                <a:latin typeface="Alfabet Medium"/>
                <a:ea typeface="DejaVu Sans"/>
              </a:rPr>
              <a:t>core</a:t>
            </a: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 del sistema.</a:t>
            </a:r>
            <a:endParaRPr lang="es-AR" sz="2000" spc="-1" dirty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>
              <a:lnSpc>
                <a:spcPct val="100000"/>
              </a:lnSpc>
            </a:pPr>
            <a:endParaRPr lang="es-ES" sz="2000" b="0" strike="noStrike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665548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Entregables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23" name="CuadroTexto 2"/>
          <p:cNvSpPr/>
          <p:nvPr/>
        </p:nvSpPr>
        <p:spPr>
          <a:xfrm>
            <a:off x="540000" y="1641282"/>
            <a:ext cx="8208464" cy="40611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s-ES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COMPONENTES</a:t>
            </a:r>
            <a:endParaRPr lang="es-ES" sz="2000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>
              <a:lnSpc>
                <a:spcPct val="100000"/>
              </a:lnSpc>
            </a:pPr>
            <a:endParaRPr lang="es-ES" sz="2000" b="0" strike="noStrike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>
              <a:lnSpc>
                <a:spcPct val="100000"/>
              </a:lnSpc>
            </a:pPr>
            <a:r>
              <a:rPr lang="es-ES" sz="2000" b="0" u="sng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Módulo Seguridad</a:t>
            </a:r>
            <a:r>
              <a:rPr lang="es-ES" sz="20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ES" sz="2000" spc="-1" dirty="0">
                <a:solidFill>
                  <a:srgbClr val="FFFFFF"/>
                </a:solidFill>
                <a:latin typeface="Alfabet Medium"/>
                <a:ea typeface="DejaVu Sans"/>
              </a:rPr>
              <a:t>Control de Acceso: Implementar un sistema de autenticación que asegure que sólo personal autorizado pueda acceder al </a:t>
            </a: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sistema:</a:t>
            </a:r>
            <a:endParaRPr lang="es-AR" sz="2000" spc="-1" dirty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s-ES" sz="2000" spc="-1" dirty="0">
                <a:solidFill>
                  <a:srgbClr val="FFFFFF"/>
                </a:solidFill>
                <a:latin typeface="Alfabet Medium"/>
                <a:ea typeface="DejaVu Sans"/>
              </a:rPr>
              <a:t>Registro y Gestión de usuarios</a:t>
            </a:r>
            <a:endParaRPr lang="es-AR" sz="2000" spc="-1" dirty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s-ES" sz="2000" spc="-1" dirty="0">
                <a:solidFill>
                  <a:srgbClr val="FFFFFF"/>
                </a:solidFill>
                <a:latin typeface="Alfabet Medium"/>
                <a:ea typeface="DejaVu Sans"/>
              </a:rPr>
              <a:t>Asignación de Roles y Permisos según el nivel de acceso necesario</a:t>
            </a:r>
            <a:endParaRPr lang="es-AR" sz="2000" spc="-1" dirty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Auditoría </a:t>
            </a:r>
            <a:r>
              <a:rPr lang="es-ES" sz="2000" spc="-1" dirty="0">
                <a:solidFill>
                  <a:srgbClr val="FFFFFF"/>
                </a:solidFill>
                <a:latin typeface="Alfabet Medium"/>
                <a:ea typeface="DejaVu Sans"/>
              </a:rPr>
              <a:t>y Monitoreo: Implementar registros de auditoría para monitorear </a:t>
            </a: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determinadas actividades </a:t>
            </a:r>
            <a:r>
              <a:rPr lang="es-ES" sz="2000" spc="-1" dirty="0">
                <a:solidFill>
                  <a:srgbClr val="FFFFFF"/>
                </a:solidFill>
                <a:latin typeface="Alfabet Medium"/>
                <a:ea typeface="DejaVu Sans"/>
              </a:rPr>
              <a:t>dentro del sistema, garantizando la integridad y la seguridad de los </a:t>
            </a: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datos</a:t>
            </a:r>
            <a:endParaRPr lang="es-ES" sz="20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236780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Entregables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23" name="CuadroTexto 2"/>
          <p:cNvSpPr/>
          <p:nvPr/>
        </p:nvSpPr>
        <p:spPr>
          <a:xfrm>
            <a:off x="540000" y="1641282"/>
            <a:ext cx="8208464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s-ES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COMPONENTES</a:t>
            </a:r>
            <a:endParaRPr lang="es-ES" sz="2000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>
              <a:lnSpc>
                <a:spcPct val="100000"/>
              </a:lnSpc>
            </a:pPr>
            <a:endParaRPr lang="es-ES" sz="2000" b="0" strike="noStrike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>
              <a:lnSpc>
                <a:spcPct val="100000"/>
              </a:lnSpc>
            </a:pPr>
            <a:r>
              <a:rPr lang="es-ES" sz="2000" b="0" u="sng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Módulo Paramétricas</a:t>
            </a:r>
            <a:r>
              <a:rPr lang="es-ES" sz="20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:</a:t>
            </a:r>
            <a:endParaRPr lang="es-ES" sz="2000" spc="-1" dirty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Gestión </a:t>
            </a:r>
            <a:r>
              <a:rPr lang="es-ES" sz="2000" spc="-1" dirty="0">
                <a:solidFill>
                  <a:srgbClr val="FFFFFF"/>
                </a:solidFill>
                <a:latin typeface="Alfabet Medium"/>
                <a:ea typeface="DejaVu Sans"/>
              </a:rPr>
              <a:t>de las </a:t>
            </a: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estructuras que </a:t>
            </a:r>
            <a:r>
              <a:rPr lang="es-ES" sz="2000" spc="-1" dirty="0">
                <a:solidFill>
                  <a:srgbClr val="FFFFFF"/>
                </a:solidFill>
                <a:latin typeface="Alfabet Medium"/>
                <a:ea typeface="DejaVu Sans"/>
              </a:rPr>
              <a:t>contienen información clave para el correcto funcionamiento del </a:t>
            </a: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sistema y que serán </a:t>
            </a:r>
            <a:r>
              <a:rPr lang="es-ES" sz="2000" spc="-1" dirty="0">
                <a:solidFill>
                  <a:srgbClr val="FFFFFF"/>
                </a:solidFill>
                <a:latin typeface="Alfabet Medium"/>
                <a:ea typeface="DejaVu Sans"/>
              </a:rPr>
              <a:t>usadas en diferentes partes del </a:t>
            </a: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mismo: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s-ES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Conceptos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s-ES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Establecimientos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s-ES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Tipos de Establecimientos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s-ES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Tipos de Funciones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s-ES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Tipos de Liquidaciones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s-ES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Categorías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s-ES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Caracteres de Revista</a:t>
            </a:r>
            <a:endParaRPr lang="es-ES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sp>
        <p:nvSpPr>
          <p:cNvPr id="7" name="CuadroTexto 2"/>
          <p:cNvSpPr/>
          <p:nvPr/>
        </p:nvSpPr>
        <p:spPr>
          <a:xfrm>
            <a:off x="539552" y="1138392"/>
            <a:ext cx="8208464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MX" sz="2400" spc="-1" dirty="0" smtClean="0">
                <a:solidFill>
                  <a:srgbClr val="FFFFFF"/>
                </a:solidFill>
                <a:latin typeface="Alfabet ExtraBold"/>
                <a:ea typeface="Roboto Medium"/>
              </a:rPr>
              <a:t>Hito 1</a:t>
            </a:r>
            <a:endParaRPr lang="es-ES" sz="2400" b="0" strike="noStrike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636076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Entregables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7" name="CuadroTexto 2"/>
          <p:cNvSpPr/>
          <p:nvPr/>
        </p:nvSpPr>
        <p:spPr>
          <a:xfrm>
            <a:off x="539552" y="1138392"/>
            <a:ext cx="8208464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MX" sz="2400" spc="-1" dirty="0" smtClean="0">
                <a:solidFill>
                  <a:srgbClr val="FFFFFF"/>
                </a:solidFill>
                <a:latin typeface="Alfabet ExtraBold"/>
                <a:ea typeface="Roboto Medium"/>
              </a:rPr>
              <a:t>Hito 1</a:t>
            </a:r>
            <a:endParaRPr lang="es-ES" sz="2400" b="0" strike="noStrike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sp>
        <p:nvSpPr>
          <p:cNvPr id="8" name="CuadroTexto 2"/>
          <p:cNvSpPr/>
          <p:nvPr/>
        </p:nvSpPr>
        <p:spPr>
          <a:xfrm>
            <a:off x="540000" y="1641282"/>
            <a:ext cx="8208464" cy="23684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s-ES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COMPONENTES</a:t>
            </a:r>
            <a:endParaRPr lang="es-ES" sz="2000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>
              <a:lnSpc>
                <a:spcPct val="100000"/>
              </a:lnSpc>
            </a:pPr>
            <a:endParaRPr lang="es-ES" sz="2000" b="0" strike="noStrike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>
              <a:lnSpc>
                <a:spcPct val="100000"/>
              </a:lnSpc>
            </a:pPr>
            <a:r>
              <a:rPr lang="es-ES" sz="2000" b="0" u="sng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Módulo Procesamiento de Archivos</a:t>
            </a:r>
            <a:r>
              <a:rPr lang="es-ES" sz="20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:</a:t>
            </a:r>
          </a:p>
          <a:p>
            <a:pPr lvl="0"/>
            <a:r>
              <a:rPr lang="es-ES" dirty="0"/>
              <a:t>I</a:t>
            </a:r>
            <a:r>
              <a:rPr lang="es-ES" b="1" dirty="0"/>
              <a:t>nterfaz de Carga</a:t>
            </a:r>
            <a:r>
              <a:rPr lang="es-ES" dirty="0"/>
              <a:t>: Desarrollar una interfaz de usuario intuitiva para la carga de archivos de texto plano. Esta interfaz permitirá:</a:t>
            </a:r>
            <a:endParaRPr lang="es-AR" sz="2400" dirty="0"/>
          </a:p>
          <a:p>
            <a:pPr lvl="1"/>
            <a:r>
              <a:rPr lang="es-ES" dirty="0"/>
              <a:t>Seleccionar y cargar los archivos enviados por la Dirección General de Escuelas de Provincia</a:t>
            </a:r>
            <a:endParaRPr lang="es-AR" sz="2400" dirty="0"/>
          </a:p>
          <a:p>
            <a:pPr lvl="1"/>
            <a:r>
              <a:rPr lang="es-ES" dirty="0"/>
              <a:t>Validar el formato y la estructura del archivo antes de procesarlo</a:t>
            </a:r>
            <a:endParaRPr lang="es-AR" sz="2400" dirty="0"/>
          </a:p>
        </p:txBody>
      </p:sp>
    </p:spTree>
    <p:extLst>
      <p:ext uri="{BB962C8B-B14F-4D97-AF65-F5344CB8AC3E}">
        <p14:creationId xmlns:p14="http://schemas.microsoft.com/office/powerpoint/2010/main" val="1526499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E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ubTitle"/>
          </p:nvPr>
        </p:nvSpPr>
        <p:spPr>
          <a:xfrm>
            <a:off x="457200" y="540000"/>
            <a:ext cx="8228880" cy="530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ES" sz="4400" b="0" strike="noStrike" spc="-1" dirty="0" smtClean="0">
                <a:solidFill>
                  <a:srgbClr val="FFFFFF"/>
                </a:solidFill>
                <a:latin typeface="Alfabet ExtraBold"/>
              </a:rPr>
              <a:t> </a:t>
            </a:r>
          </a:p>
          <a:p>
            <a:pPr algn="ctr">
              <a:lnSpc>
                <a:spcPct val="100000"/>
              </a:lnSpc>
            </a:pPr>
            <a:endParaRPr lang="es-AR" sz="4400" spc="-1" dirty="0">
              <a:solidFill>
                <a:srgbClr val="FFFFFF"/>
              </a:solidFill>
              <a:latin typeface="Alfabet ExtraBold"/>
            </a:endParaRPr>
          </a:p>
          <a:p>
            <a:pPr algn="ctr">
              <a:lnSpc>
                <a:spcPct val="100000"/>
              </a:lnSpc>
            </a:pPr>
            <a:endParaRPr lang="es-AR" sz="4400" b="0" strike="noStrike" spc="-1" dirty="0" smtClean="0">
              <a:solidFill>
                <a:srgbClr val="FFFFFF"/>
              </a:solidFill>
              <a:latin typeface="Alfabet ExtraBold"/>
            </a:endParaRPr>
          </a:p>
          <a:p>
            <a:pPr algn="ctr">
              <a:lnSpc>
                <a:spcPct val="100000"/>
              </a:lnSpc>
            </a:pPr>
            <a:endParaRPr lang="es-AR" sz="4400" b="0" strike="noStrike" spc="-1" dirty="0" smtClean="0">
              <a:solidFill>
                <a:srgbClr val="FFFFFF"/>
              </a:solidFill>
              <a:latin typeface="Alfabet ExtraBold"/>
            </a:endParaRPr>
          </a:p>
          <a:p>
            <a:pPr algn="ctr">
              <a:lnSpc>
                <a:spcPct val="100000"/>
              </a:lnSpc>
            </a:pPr>
            <a:r>
              <a:rPr lang="es-AR" sz="4400" b="0" strike="noStrike" spc="-1" dirty="0" smtClean="0">
                <a:solidFill>
                  <a:srgbClr val="FFFFFF"/>
                </a:solidFill>
                <a:latin typeface="Alfabet ExtraBold"/>
              </a:rPr>
              <a:t>MUCHAS </a:t>
            </a:r>
            <a:r>
              <a:rPr lang="es-AR" sz="4400" b="0" strike="noStrike" spc="-1" dirty="0">
                <a:solidFill>
                  <a:srgbClr val="FFFFFF"/>
                </a:solidFill>
                <a:latin typeface="Alfabet ExtraBold"/>
              </a:rPr>
              <a:t>GRACIAS</a:t>
            </a:r>
            <a:endParaRPr lang="es-AR" sz="4400" b="0" strike="noStrike" spc="-1" dirty="0">
              <a:latin typeface="Arial"/>
            </a:endParaRPr>
          </a:p>
        </p:txBody>
      </p:sp>
      <p:pic>
        <p:nvPicPr>
          <p:cNvPr id="264" name="263 Imagen"/>
          <p:cNvPicPr/>
          <p:nvPr/>
        </p:nvPicPr>
        <p:blipFill>
          <a:blip r:embed="rId2" cstate="print"/>
          <a:stretch/>
        </p:blipFill>
        <p:spPr>
          <a:xfrm>
            <a:off x="0" y="5465160"/>
            <a:ext cx="9143280" cy="1374480"/>
          </a:xfrm>
          <a:prstGeom prst="rect">
            <a:avLst/>
          </a:prstGeom>
          <a:ln w="0">
            <a:noFill/>
          </a:ln>
        </p:spPr>
      </p:pic>
      <p:grpSp>
        <p:nvGrpSpPr>
          <p:cNvPr id="4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5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6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Preguntas y Respuestas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sp>
        <p:nvSpPr>
          <p:cNvPr id="2" name="Rectángulo 1"/>
          <p:cNvSpPr/>
          <p:nvPr/>
        </p:nvSpPr>
        <p:spPr>
          <a:xfrm>
            <a:off x="1185480" y="1412776"/>
            <a:ext cx="6698888" cy="2232248"/>
          </a:xfrm>
          <a:prstGeom prst="rect">
            <a:avLst/>
          </a:prstGeom>
          <a:noFill/>
          <a:ln w="28575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es-AR"/>
          </a:p>
        </p:txBody>
      </p:sp>
      <p:sp>
        <p:nvSpPr>
          <p:cNvPr id="3" name="Elipse 2"/>
          <p:cNvSpPr/>
          <p:nvPr/>
        </p:nvSpPr>
        <p:spPr>
          <a:xfrm>
            <a:off x="1637524" y="1988840"/>
            <a:ext cx="144016" cy="14401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Elipse 8"/>
          <p:cNvSpPr/>
          <p:nvPr/>
        </p:nvSpPr>
        <p:spPr>
          <a:xfrm>
            <a:off x="1637524" y="2255584"/>
            <a:ext cx="144016" cy="14401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Elipse 9"/>
          <p:cNvSpPr/>
          <p:nvPr/>
        </p:nvSpPr>
        <p:spPr>
          <a:xfrm>
            <a:off x="1637524" y="2522328"/>
            <a:ext cx="144016" cy="14401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Elipse 10"/>
          <p:cNvSpPr/>
          <p:nvPr/>
        </p:nvSpPr>
        <p:spPr>
          <a:xfrm>
            <a:off x="1637524" y="2789072"/>
            <a:ext cx="144016" cy="14401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5093</TotalTime>
  <Words>292</Words>
  <Application>Microsoft Office PowerPoint</Application>
  <PresentationFormat>Presentación en pantalla (4:3)</PresentationFormat>
  <Paragraphs>67</Paragraphs>
  <Slides>7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7</vt:i4>
      </vt:variant>
    </vt:vector>
  </HeadingPairs>
  <TitlesOfParts>
    <vt:vector size="19" baseType="lpstr">
      <vt:lpstr>Alfabet ExtraBold</vt:lpstr>
      <vt:lpstr>Alfabet Medium</vt:lpstr>
      <vt:lpstr>Arial</vt:lpstr>
      <vt:lpstr>Courier New</vt:lpstr>
      <vt:lpstr>DejaVu Sans</vt:lpstr>
      <vt:lpstr>Roboto Medium</vt:lpstr>
      <vt:lpstr>Symbol</vt:lpstr>
      <vt:lpstr>Times New Roman</vt:lpstr>
      <vt:lpstr>Wingdings</vt:lpstr>
      <vt:lpstr>Office Theme</vt:lpstr>
      <vt:lpstr>Office Theme</vt:lpstr>
      <vt:lpstr>Office Theme</vt:lpstr>
      <vt:lpstr>Devolución de Subvenciones Docentes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Pavoni Julian</dc:creator>
  <cp:lastModifiedBy>Lopez Gabriela</cp:lastModifiedBy>
  <cp:revision>52</cp:revision>
  <dcterms:created xsi:type="dcterms:W3CDTF">2024-04-17T14:44:25Z</dcterms:created>
  <dcterms:modified xsi:type="dcterms:W3CDTF">2024-10-01T18:58:54Z</dcterms:modified>
  <dc:language>es-AR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Presentación en pantalla (4:3)</vt:lpwstr>
  </property>
  <property fmtid="{D5CDD505-2E9C-101B-9397-08002B2CF9AE}" pid="4" name="Slides">
    <vt:i4>24</vt:i4>
  </property>
</Properties>
</file>