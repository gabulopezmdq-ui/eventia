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theme/themeOverride1.xml" ContentType="application/vnd.openxmlformats-officedocument.themeOverride+xml"/>
  <Override PartName="/ppt/notesSlides/notesSlide24.xml" ContentType="application/vnd.openxmlformats-officedocument.presentationml.notesSlide+xml"/>
  <Override PartName="/ppt/theme/themeOverride2.xml" ContentType="application/vnd.openxmlformats-officedocument.themeOverride+xml"/>
  <Override PartName="/ppt/notesSlides/notesSlide25.xml" ContentType="application/vnd.openxmlformats-officedocument.presentationml.notesSlide+xml"/>
  <Override PartName="/ppt/theme/themeOverride3.xml" ContentType="application/vnd.openxmlformats-officedocument.themeOverride+xml"/>
  <Override PartName="/ppt/notesSlides/notesSlide26.xml" ContentType="application/vnd.openxmlformats-officedocument.presentationml.notesSlide+xml"/>
  <Override PartName="/ppt/theme/themeOverride4.xml" ContentType="application/vnd.openxmlformats-officedocument.themeOverride+xml"/>
  <Override PartName="/ppt/notesSlides/notesSlide27.xml" ContentType="application/vnd.openxmlformats-officedocument.presentationml.notesSlide+xml"/>
  <Override PartName="/ppt/theme/themeOverride5.xml" ContentType="application/vnd.openxmlformats-officedocument.themeOverride+xml"/>
  <Override PartName="/ppt/notesSlides/notesSlide28.xml" ContentType="application/vnd.openxmlformats-officedocument.presentationml.notesSlide+xml"/>
  <Override PartName="/ppt/theme/themeOverride6.xml" ContentType="application/vnd.openxmlformats-officedocument.themeOverr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 id="2147483674" r:id="rId3"/>
  </p:sldMasterIdLst>
  <p:notesMasterIdLst>
    <p:notesMasterId r:id="rId37"/>
  </p:notesMasterIdLst>
  <p:sldIdLst>
    <p:sldId id="256" r:id="rId4"/>
    <p:sldId id="278" r:id="rId5"/>
    <p:sldId id="279" r:id="rId6"/>
    <p:sldId id="280" r:id="rId7"/>
    <p:sldId id="302" r:id="rId8"/>
    <p:sldId id="283" r:id="rId9"/>
    <p:sldId id="285" r:id="rId10"/>
    <p:sldId id="306" r:id="rId11"/>
    <p:sldId id="282" r:id="rId12"/>
    <p:sldId id="284" r:id="rId13"/>
    <p:sldId id="287" r:id="rId14"/>
    <p:sldId id="288" r:id="rId15"/>
    <p:sldId id="290" r:id="rId16"/>
    <p:sldId id="291" r:id="rId17"/>
    <p:sldId id="292" r:id="rId18"/>
    <p:sldId id="297" r:id="rId19"/>
    <p:sldId id="300" r:id="rId20"/>
    <p:sldId id="298" r:id="rId21"/>
    <p:sldId id="299" r:id="rId22"/>
    <p:sldId id="310" r:id="rId23"/>
    <p:sldId id="281" r:id="rId24"/>
    <p:sldId id="293" r:id="rId25"/>
    <p:sldId id="286" r:id="rId26"/>
    <p:sldId id="301" r:id="rId27"/>
    <p:sldId id="303" r:id="rId28"/>
    <p:sldId id="304" r:id="rId29"/>
    <p:sldId id="305" r:id="rId30"/>
    <p:sldId id="307" r:id="rId31"/>
    <p:sldId id="308" r:id="rId32"/>
    <p:sldId id="309" r:id="rId33"/>
    <p:sldId id="294" r:id="rId34"/>
    <p:sldId id="295" r:id="rId35"/>
    <p:sldId id="277" r:id="rId36"/>
  </p:sldIdLst>
  <p:sldSz cx="9144000" cy="6858000" type="screen4x3"/>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52C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81" d="100"/>
          <a:sy n="81" d="100"/>
        </p:scale>
        <p:origin x="869" y="53"/>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viewProps" Target="viewProps.xml"/><Relationship Id="rId21" Type="http://schemas.openxmlformats.org/officeDocument/2006/relationships/slide" Target="slides/slide18.xml"/><Relationship Id="rId34" Type="http://schemas.openxmlformats.org/officeDocument/2006/relationships/slide" Target="slides/slide3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3_3">
  <dgm:title val=""/>
  <dgm:desc val=""/>
  <dgm:catLst>
    <dgm:cat type="accent3" pri="11300"/>
  </dgm:catLst>
  <dgm:styleLbl name="node0">
    <dgm:fillClrLst meth="repeat">
      <a:schemeClr val="accent3">
        <a:shade val="80000"/>
      </a:schemeClr>
    </dgm:fillClrLst>
    <dgm:linClrLst meth="repeat">
      <a:schemeClr val="lt1"/>
    </dgm:linClrLst>
    <dgm:effectClrLst/>
    <dgm:txLinClrLst/>
    <dgm:txFillClrLst/>
    <dgm:txEffectClrLst/>
  </dgm:styleLbl>
  <dgm:styleLbl name="node1">
    <dgm:fillClrLst>
      <a:schemeClr val="accent3">
        <a:shade val="80000"/>
      </a:schemeClr>
      <a:schemeClr val="accent3">
        <a:tint val="70000"/>
      </a:schemeClr>
    </dgm:fillClrLst>
    <dgm:linClrLst meth="repeat">
      <a:schemeClr val="lt1"/>
    </dgm:linClrLst>
    <dgm:effectClrLst/>
    <dgm:txLinClrLst/>
    <dgm:txFillClrLst/>
    <dgm:txEffectClrLst/>
  </dgm:styleLbl>
  <dgm:styleLbl name="alignNode1">
    <dgm:fillClrLst>
      <a:schemeClr val="accent3">
        <a:shade val="80000"/>
      </a:schemeClr>
      <a:schemeClr val="accent3">
        <a:tint val="70000"/>
      </a:schemeClr>
    </dgm:fillClrLst>
    <dgm:linClrLst>
      <a:schemeClr val="accent3">
        <a:shade val="80000"/>
      </a:schemeClr>
      <a:schemeClr val="accent3">
        <a:tint val="70000"/>
      </a:schemeClr>
    </dgm:linClrLst>
    <dgm:effectClrLst/>
    <dgm:txLinClrLst/>
    <dgm:txFillClrLst/>
    <dgm:txEffectClrLst/>
  </dgm:styleLbl>
  <dgm:styleLbl name="lnNode1">
    <dgm:fillClrLst>
      <a:schemeClr val="accent3">
        <a:shade val="80000"/>
      </a:schemeClr>
      <a:schemeClr val="accent3">
        <a:tint val="70000"/>
      </a:schemeClr>
    </dgm:fillClrLst>
    <dgm:linClrLst meth="repeat">
      <a:schemeClr val="lt1"/>
    </dgm:linClrLst>
    <dgm:effectClrLst/>
    <dgm:txLinClrLst/>
    <dgm:txFillClrLst/>
    <dgm:txEffectClrLst/>
  </dgm:styleLbl>
  <dgm:styleLbl name="vennNode1">
    <dgm:fillClrLst>
      <a:schemeClr val="accent3">
        <a:shade val="80000"/>
        <a:alpha val="50000"/>
      </a:schemeClr>
      <a:schemeClr val="accent3">
        <a:tint val="70000"/>
        <a:alpha val="50000"/>
      </a:schemeClr>
    </dgm:fillClrLst>
    <dgm:linClrLst meth="repeat">
      <a:schemeClr val="lt1"/>
    </dgm:linClrLst>
    <dgm:effectClrLst/>
    <dgm:txLinClrLst/>
    <dgm:txFillClrLst/>
    <dgm:txEffectClrLst/>
  </dgm:styleLbl>
  <dgm:styleLbl name="node2">
    <dgm:fillClrLst>
      <a:schemeClr val="accent3">
        <a:tint val="99000"/>
      </a:schemeClr>
    </dgm:fillClrLst>
    <dgm:linClrLst meth="repeat">
      <a:schemeClr val="lt1"/>
    </dgm:linClrLst>
    <dgm:effectClrLst/>
    <dgm:txLinClrLst/>
    <dgm:txFillClrLst/>
    <dgm:txEffectClrLst/>
  </dgm:styleLbl>
  <dgm:styleLbl name="node3">
    <dgm:fillClrLst>
      <a:schemeClr val="accent3">
        <a:tint val="80000"/>
      </a:schemeClr>
    </dgm:fillClrLst>
    <dgm:linClrLst meth="repeat">
      <a:schemeClr val="lt1"/>
    </dgm:linClrLst>
    <dgm:effectClrLst/>
    <dgm:txLinClrLst/>
    <dgm:txFillClrLst/>
    <dgm:txEffectClrLst/>
  </dgm:styleLbl>
  <dgm:styleLbl name="node4">
    <dgm:fillClrLst>
      <a:schemeClr val="accent3">
        <a:tint val="70000"/>
      </a:schemeClr>
    </dgm:fillClrLst>
    <dgm:linClrLst meth="repeat">
      <a:schemeClr val="lt1"/>
    </dgm:linClrLst>
    <dgm:effectClrLst/>
    <dgm:txLinClrLst/>
    <dgm:txFillClrLst/>
    <dgm:txEffectClrLst/>
  </dgm:styleLbl>
  <dgm:styleLbl name="fgImgPlace1">
    <dgm:fillClrLst>
      <a:schemeClr val="accent3">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hade val="90000"/>
      </a:schemeClr>
      <a:schemeClr val="accent3">
        <a:tint val="70000"/>
      </a:schemeClr>
    </dgm:fillClrLst>
    <dgm:linClrLst>
      <a:schemeClr val="accent3">
        <a:shade val="90000"/>
      </a:schemeClr>
      <a:schemeClr val="accent3">
        <a:tint val="70000"/>
      </a:schemeClr>
    </dgm:linClrLst>
    <dgm:effectClrLst/>
    <dgm:txLinClrLst/>
    <dgm:txFillClrLst/>
    <dgm:txEffectClrLst/>
  </dgm:styleLbl>
  <dgm:styleLbl name="fgSibTrans2D1">
    <dgm:fillClrLst>
      <a:schemeClr val="accent3">
        <a:shade val="90000"/>
      </a:schemeClr>
      <a:schemeClr val="accent3">
        <a:tint val="70000"/>
      </a:schemeClr>
    </dgm:fillClrLst>
    <dgm:linClrLst>
      <a:schemeClr val="accent3">
        <a:shade val="90000"/>
      </a:schemeClr>
      <a:schemeClr val="accent3">
        <a:tint val="70000"/>
      </a:schemeClr>
    </dgm:linClrLst>
    <dgm:effectClrLst/>
    <dgm:txLinClrLst/>
    <dgm:txFillClrLst meth="repeat">
      <a:schemeClr val="lt1"/>
    </dgm:txFillClrLst>
    <dgm:txEffectClrLst/>
  </dgm:styleLbl>
  <dgm:styleLbl name="bgSibTrans2D1">
    <dgm:fillClrLst>
      <a:schemeClr val="accent3">
        <a:shade val="90000"/>
      </a:schemeClr>
      <a:schemeClr val="accent3">
        <a:tint val="70000"/>
      </a:schemeClr>
    </dgm:fillClrLst>
    <dgm:linClrLst>
      <a:schemeClr val="accent3">
        <a:shade val="90000"/>
      </a:schemeClr>
      <a:schemeClr val="accent3">
        <a:tint val="70000"/>
      </a:schemeClr>
    </dgm:linClrLst>
    <dgm:effectClrLst/>
    <dgm:txLinClrLst/>
    <dgm:txFillClrLst meth="repeat">
      <a:schemeClr val="lt1"/>
    </dgm:txFillClrLst>
    <dgm:txEffectClrLst/>
  </dgm:styleLbl>
  <dgm:styleLbl name="sibTrans1D1">
    <dgm:fillClrLst>
      <a:schemeClr val="accent3">
        <a:shade val="90000"/>
      </a:schemeClr>
      <a:schemeClr val="accent3">
        <a:tint val="70000"/>
      </a:schemeClr>
    </dgm:fillClrLst>
    <dgm:linClrLst>
      <a:schemeClr val="accent3">
        <a:shade val="90000"/>
      </a:schemeClr>
      <a:schemeClr val="accent3">
        <a:tint val="70000"/>
      </a:schemeClr>
    </dgm:linClrLst>
    <dgm:effectClrLst/>
    <dgm:txLinClrLst/>
    <dgm:txFillClrLst meth="repeat">
      <a:schemeClr val="tx1"/>
    </dgm:txFillClrLst>
    <dgm:txEffectClrLst/>
  </dgm:styleLbl>
  <dgm:styleLbl name="callout">
    <dgm:fillClrLst meth="repeat">
      <a:schemeClr val="accent3"/>
    </dgm:fillClrLst>
    <dgm:linClrLst meth="repeat">
      <a:schemeClr val="accent3"/>
    </dgm:linClrLst>
    <dgm:effectClrLst/>
    <dgm:txLinClrLst/>
    <dgm:txFillClrLst meth="repeat">
      <a:schemeClr val="tx1"/>
    </dgm:txFillClrLst>
    <dgm:txEffectClrLst/>
  </dgm:styleLbl>
  <dgm:styleLbl name="asst0">
    <dgm:fillClrLst meth="repeat">
      <a:schemeClr val="accent3">
        <a:shade val="80000"/>
      </a:schemeClr>
    </dgm:fillClrLst>
    <dgm:linClrLst meth="repeat">
      <a:schemeClr val="lt1"/>
    </dgm:linClrLst>
    <dgm:effectClrLst/>
    <dgm:txLinClrLst/>
    <dgm:txFillClrLst/>
    <dgm:txEffectClrLst/>
  </dgm:styleLbl>
  <dgm:styleLbl name="asst1">
    <dgm:fillClrLst meth="repeat">
      <a:schemeClr val="accent3">
        <a:shade val="80000"/>
      </a:schemeClr>
    </dgm:fillClrLst>
    <dgm:linClrLst meth="repeat">
      <a:schemeClr val="lt1"/>
    </dgm:linClrLst>
    <dgm:effectClrLst/>
    <dgm:txLinClrLst/>
    <dgm:txFillClrLst/>
    <dgm:txEffectClrLst/>
  </dgm:styleLbl>
  <dgm:styleLbl name="asst2">
    <dgm:fillClrLst>
      <a:schemeClr val="accent3">
        <a:tint val="99000"/>
      </a:schemeClr>
    </dgm:fillClrLst>
    <dgm:linClrLst meth="repeat">
      <a:schemeClr val="lt1"/>
    </dgm:linClrLst>
    <dgm:effectClrLst/>
    <dgm:txLinClrLst/>
    <dgm:txFillClrLst/>
    <dgm:txEffectClrLst/>
  </dgm:styleLbl>
  <dgm:styleLbl name="asst3">
    <dgm:fillClrLst>
      <a:schemeClr val="accent3">
        <a:tint val="80000"/>
      </a:schemeClr>
    </dgm:fillClrLst>
    <dgm:linClrLst meth="repeat">
      <a:schemeClr val="lt1"/>
    </dgm:linClrLst>
    <dgm:effectClrLst/>
    <dgm:txLinClrLst/>
    <dgm:txFillClrLst/>
    <dgm:txEffectClrLst/>
  </dgm:styleLbl>
  <dgm:styleLbl name="asst4">
    <dgm:fillClrLst>
      <a:schemeClr val="accent3">
        <a:tint val="70000"/>
      </a:schemeClr>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a:tint val="90000"/>
      </a:schemeClr>
    </dgm:fillClrLst>
    <dgm:linClrLst meth="repeat">
      <a:schemeClr val="accent3">
        <a:tint val="90000"/>
      </a:schemeClr>
    </dgm:linClrLst>
    <dgm:effectClrLst/>
    <dgm:txLinClrLst/>
    <dgm:txFillClrLst/>
    <dgm:txEffectClrLst/>
  </dgm:styleLbl>
  <dgm:styleLbl name="parChTrans2D3">
    <dgm:fillClrLst meth="repeat">
      <a:schemeClr val="accent3">
        <a:tint val="70000"/>
      </a:schemeClr>
    </dgm:fillClrLst>
    <dgm:linClrLst meth="repeat">
      <a:schemeClr val="accent3">
        <a:tint val="70000"/>
      </a:schemeClr>
    </dgm:linClrLst>
    <dgm:effectClrLst/>
    <dgm:txLinClrLst/>
    <dgm:txFillClrLst/>
    <dgm:txEffectClrLst/>
  </dgm:styleLbl>
  <dgm:styleLbl name="parChTrans2D4">
    <dgm:fillClrLst meth="repeat">
      <a:schemeClr val="accent3">
        <a:tint val="50000"/>
      </a:schemeClr>
    </dgm:fillClrLst>
    <dgm:linClrLst meth="repeat">
      <a:schemeClr val="accent3">
        <a:tint val="50000"/>
      </a:schemeClr>
    </dgm:linClrLst>
    <dgm:effectClrLst/>
    <dgm:txLinClrLst/>
    <dgm:txFillClrLst meth="repeat">
      <a:schemeClr val="lt1"/>
    </dgm:txFillClrLst>
    <dgm:txEffectClrLst/>
  </dgm:styleLbl>
  <dgm:styleLbl name="parChTrans1D1">
    <dgm:fillClrLst meth="repeat">
      <a:schemeClr val="accent3">
        <a:shade val="80000"/>
      </a:schemeClr>
    </dgm:fillClrLst>
    <dgm:linClrLst meth="repeat">
      <a:schemeClr val="accent3">
        <a:shade val="80000"/>
      </a:schemeClr>
    </dgm:linClrLst>
    <dgm:effectClrLst/>
    <dgm:txLinClrLst/>
    <dgm:txFillClrLst meth="repeat">
      <a:schemeClr val="tx1"/>
    </dgm:txFillClrLst>
    <dgm:txEffectClrLst/>
  </dgm:styleLbl>
  <dgm:styleLbl name="parChTrans1D2">
    <dgm:fillClrLst meth="repeat">
      <a:schemeClr val="accent3">
        <a:tint val="99000"/>
      </a:schemeClr>
    </dgm:fillClrLst>
    <dgm:linClrLst meth="repeat">
      <a:schemeClr val="accent3">
        <a:tint val="99000"/>
      </a:schemeClr>
    </dgm:linClrLst>
    <dgm:effectClrLst/>
    <dgm:txLinClrLst/>
    <dgm:txFillClrLst meth="repeat">
      <a:schemeClr val="tx1"/>
    </dgm:txFillClrLst>
    <dgm:txEffectClrLst/>
  </dgm:styleLbl>
  <dgm:styleLbl name="parChTrans1D3">
    <dgm:fillClrLst meth="repeat">
      <a:schemeClr val="accent3">
        <a:tint val="80000"/>
      </a:schemeClr>
    </dgm:fillClrLst>
    <dgm:linClrLst meth="repeat">
      <a:schemeClr val="accent3">
        <a:tint val="80000"/>
      </a:schemeClr>
    </dgm:linClrLst>
    <dgm:effectClrLst/>
    <dgm:txLinClrLst/>
    <dgm:txFillClrLst meth="repeat">
      <a:schemeClr val="tx1"/>
    </dgm:txFillClrLst>
    <dgm:txEffectClrLst/>
  </dgm:styleLbl>
  <dgm:styleLbl name="parChTrans1D4">
    <dgm:fillClrLst meth="repeat">
      <a:schemeClr val="accent3">
        <a:tint val="70000"/>
      </a:schemeClr>
    </dgm:fillClrLst>
    <dgm:linClrLst meth="repeat">
      <a:schemeClr val="accent3">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hade val="80000"/>
      </a:schemeClr>
      <a:schemeClr val="accent3">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hade val="80000"/>
      </a:schemeClr>
      <a:schemeClr val="accent3">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hade val="80000"/>
      </a:schemeClr>
      <a:schemeClr val="accent3">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hade val="80000"/>
      </a:schemeClr>
      <a:schemeClr val="accent3">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3">
        <a:shade val="80000"/>
      </a:schemeClr>
      <a:schemeClr val="accent3">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a:tint val="70000"/>
      </a:schemeClr>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5721F08-CFC5-47AE-AA4F-2C18733BFCEC}" type="doc">
      <dgm:prSet loTypeId="urn:microsoft.com/office/officeart/2005/8/layout/chevron1" loCatId="process" qsTypeId="urn:microsoft.com/office/officeart/2005/8/quickstyle/simple1" qsCatId="simple" csTypeId="urn:microsoft.com/office/officeart/2005/8/colors/accent3_3" csCatId="accent3" phldr="1"/>
      <dgm:spPr/>
    </dgm:pt>
    <dgm:pt modelId="{B1F26CF5-7A2D-4536-9F97-D7D437907F5F}">
      <dgm:prSet phldrT="[Texto]"/>
      <dgm:spPr>
        <a:solidFill>
          <a:schemeClr val="bg1">
            <a:lumMod val="65000"/>
          </a:schemeClr>
        </a:solidFill>
      </dgm:spPr>
      <dgm:t>
        <a:bodyPr/>
        <a:lstStyle/>
        <a:p>
          <a:r>
            <a:rPr lang="es-ES" dirty="0" smtClean="0"/>
            <a:t>Presentación Proyecto</a:t>
          </a:r>
          <a:endParaRPr lang="es-AR" dirty="0"/>
        </a:p>
      </dgm:t>
    </dgm:pt>
    <dgm:pt modelId="{3F8BCD66-6389-4080-B8A7-F48C2DACDB2D}" type="parTrans" cxnId="{093577FA-C0C0-442F-A3AE-EC90BAFBC0D9}">
      <dgm:prSet/>
      <dgm:spPr/>
      <dgm:t>
        <a:bodyPr/>
        <a:lstStyle/>
        <a:p>
          <a:endParaRPr lang="es-AR"/>
        </a:p>
      </dgm:t>
    </dgm:pt>
    <dgm:pt modelId="{DE11440B-ADDF-4C84-BF15-5CD9AFF98849}" type="sibTrans" cxnId="{093577FA-C0C0-442F-A3AE-EC90BAFBC0D9}">
      <dgm:prSet/>
      <dgm:spPr/>
      <dgm:t>
        <a:bodyPr/>
        <a:lstStyle/>
        <a:p>
          <a:endParaRPr lang="es-AR"/>
        </a:p>
      </dgm:t>
    </dgm:pt>
    <dgm:pt modelId="{D72689B1-5A75-4951-A2FB-14CD8B2A0221}">
      <dgm:prSet phldrT="[Texto]"/>
      <dgm:spPr/>
      <dgm:t>
        <a:bodyPr/>
        <a:lstStyle/>
        <a:p>
          <a:r>
            <a:rPr lang="es-ES" dirty="0" smtClean="0"/>
            <a:t>Hito 1</a:t>
          </a:r>
          <a:endParaRPr lang="es-AR" dirty="0"/>
        </a:p>
      </dgm:t>
    </dgm:pt>
    <dgm:pt modelId="{055B95EC-703B-41FF-A7BF-D019A586C2AC}" type="parTrans" cxnId="{C7F13792-DEDE-4FFE-87B1-EC7DD5786C1B}">
      <dgm:prSet/>
      <dgm:spPr/>
      <dgm:t>
        <a:bodyPr/>
        <a:lstStyle/>
        <a:p>
          <a:endParaRPr lang="es-AR"/>
        </a:p>
      </dgm:t>
    </dgm:pt>
    <dgm:pt modelId="{E5CA6AAB-2071-4483-94B7-B0BC3D98F1EF}" type="sibTrans" cxnId="{C7F13792-DEDE-4FFE-87B1-EC7DD5786C1B}">
      <dgm:prSet/>
      <dgm:spPr/>
      <dgm:t>
        <a:bodyPr/>
        <a:lstStyle/>
        <a:p>
          <a:endParaRPr lang="es-AR"/>
        </a:p>
      </dgm:t>
    </dgm:pt>
    <dgm:pt modelId="{DB8FE8FB-B120-46F6-A77F-311D5C3B08F2}">
      <dgm:prSet phldrT="[Texto]"/>
      <dgm:spPr>
        <a:solidFill>
          <a:schemeClr val="bg1">
            <a:lumMod val="65000"/>
          </a:schemeClr>
        </a:solidFill>
      </dgm:spPr>
      <dgm:t>
        <a:bodyPr/>
        <a:lstStyle/>
        <a:p>
          <a:r>
            <a:rPr lang="es-ES" dirty="0" smtClean="0"/>
            <a:t>Hito 2</a:t>
          </a:r>
          <a:endParaRPr lang="es-AR" dirty="0"/>
        </a:p>
      </dgm:t>
    </dgm:pt>
    <dgm:pt modelId="{2902E580-A435-4410-B356-174C7421C53F}" type="parTrans" cxnId="{FAC579CA-9B8C-411A-82BC-EAE499025F0E}">
      <dgm:prSet/>
      <dgm:spPr/>
      <dgm:t>
        <a:bodyPr/>
        <a:lstStyle/>
        <a:p>
          <a:endParaRPr lang="es-AR"/>
        </a:p>
      </dgm:t>
    </dgm:pt>
    <dgm:pt modelId="{DECB317B-BAC8-47FA-AA2A-33B06EA7DC59}" type="sibTrans" cxnId="{FAC579CA-9B8C-411A-82BC-EAE499025F0E}">
      <dgm:prSet/>
      <dgm:spPr/>
      <dgm:t>
        <a:bodyPr/>
        <a:lstStyle/>
        <a:p>
          <a:endParaRPr lang="es-AR"/>
        </a:p>
      </dgm:t>
    </dgm:pt>
    <dgm:pt modelId="{8CF19CCA-2202-4A79-8F19-6A0504024186}">
      <dgm:prSet phldrT="[Texto]"/>
      <dgm:spPr>
        <a:solidFill>
          <a:schemeClr val="bg1">
            <a:lumMod val="65000"/>
          </a:schemeClr>
        </a:solidFill>
      </dgm:spPr>
      <dgm:t>
        <a:bodyPr/>
        <a:lstStyle/>
        <a:p>
          <a:r>
            <a:rPr lang="es-ES" dirty="0" smtClean="0"/>
            <a:t>Hito 3</a:t>
          </a:r>
          <a:endParaRPr lang="es-AR" dirty="0"/>
        </a:p>
      </dgm:t>
    </dgm:pt>
    <dgm:pt modelId="{1C1A0310-3C67-4A39-805B-B1EFACB52DEB}" type="parTrans" cxnId="{27E0D6AC-DC43-40FA-BC35-C714D3929682}">
      <dgm:prSet/>
      <dgm:spPr/>
      <dgm:t>
        <a:bodyPr/>
        <a:lstStyle/>
        <a:p>
          <a:endParaRPr lang="es-AR"/>
        </a:p>
      </dgm:t>
    </dgm:pt>
    <dgm:pt modelId="{3D004948-6569-4579-91EE-8E7DDBAD43B7}" type="sibTrans" cxnId="{27E0D6AC-DC43-40FA-BC35-C714D3929682}">
      <dgm:prSet/>
      <dgm:spPr/>
      <dgm:t>
        <a:bodyPr/>
        <a:lstStyle/>
        <a:p>
          <a:endParaRPr lang="es-AR"/>
        </a:p>
      </dgm:t>
    </dgm:pt>
    <dgm:pt modelId="{1012DF7D-426D-4D3C-8AB8-C16ABF9C970D}">
      <dgm:prSet phldrT="[Texto]"/>
      <dgm:spPr>
        <a:solidFill>
          <a:schemeClr val="bg1">
            <a:lumMod val="65000"/>
          </a:schemeClr>
        </a:solidFill>
      </dgm:spPr>
      <dgm:t>
        <a:bodyPr/>
        <a:lstStyle/>
        <a:p>
          <a:r>
            <a:rPr lang="es-ES" dirty="0" smtClean="0"/>
            <a:t>Hito 4</a:t>
          </a:r>
          <a:endParaRPr lang="es-AR" dirty="0"/>
        </a:p>
      </dgm:t>
    </dgm:pt>
    <dgm:pt modelId="{89DF9C7F-0B01-4642-A1ED-7A067EDDC449}" type="parTrans" cxnId="{29DCB6C0-E2AA-4550-86BC-1956343C3390}">
      <dgm:prSet/>
      <dgm:spPr/>
      <dgm:t>
        <a:bodyPr/>
        <a:lstStyle/>
        <a:p>
          <a:endParaRPr lang="es-AR"/>
        </a:p>
      </dgm:t>
    </dgm:pt>
    <dgm:pt modelId="{447C38E5-BC53-4DE9-9706-5A21FF8989AC}" type="sibTrans" cxnId="{29DCB6C0-E2AA-4550-86BC-1956343C3390}">
      <dgm:prSet/>
      <dgm:spPr/>
      <dgm:t>
        <a:bodyPr/>
        <a:lstStyle/>
        <a:p>
          <a:endParaRPr lang="es-AR"/>
        </a:p>
      </dgm:t>
    </dgm:pt>
    <dgm:pt modelId="{30144E4C-02D6-4F65-86FD-DBAD9683602B}" type="pres">
      <dgm:prSet presAssocID="{55721F08-CFC5-47AE-AA4F-2C18733BFCEC}" presName="Name0" presStyleCnt="0">
        <dgm:presLayoutVars>
          <dgm:dir/>
          <dgm:animLvl val="lvl"/>
          <dgm:resizeHandles val="exact"/>
        </dgm:presLayoutVars>
      </dgm:prSet>
      <dgm:spPr/>
    </dgm:pt>
    <dgm:pt modelId="{6C6FDAE0-9091-4629-9071-D28EC8C8E8AF}" type="pres">
      <dgm:prSet presAssocID="{B1F26CF5-7A2D-4536-9F97-D7D437907F5F}" presName="parTxOnly" presStyleLbl="node1" presStyleIdx="0" presStyleCnt="5">
        <dgm:presLayoutVars>
          <dgm:chMax val="0"/>
          <dgm:chPref val="0"/>
          <dgm:bulletEnabled val="1"/>
        </dgm:presLayoutVars>
      </dgm:prSet>
      <dgm:spPr/>
      <dgm:t>
        <a:bodyPr/>
        <a:lstStyle/>
        <a:p>
          <a:endParaRPr lang="es-AR"/>
        </a:p>
      </dgm:t>
    </dgm:pt>
    <dgm:pt modelId="{0A5A947F-735C-4454-A9B9-9C54FF0820AC}" type="pres">
      <dgm:prSet presAssocID="{DE11440B-ADDF-4C84-BF15-5CD9AFF98849}" presName="parTxOnlySpace" presStyleCnt="0"/>
      <dgm:spPr/>
    </dgm:pt>
    <dgm:pt modelId="{DEE47EED-8B2B-4659-B30A-4C1AD09EF7B5}" type="pres">
      <dgm:prSet presAssocID="{D72689B1-5A75-4951-A2FB-14CD8B2A0221}" presName="parTxOnly" presStyleLbl="node1" presStyleIdx="1" presStyleCnt="5">
        <dgm:presLayoutVars>
          <dgm:chMax val="0"/>
          <dgm:chPref val="0"/>
          <dgm:bulletEnabled val="1"/>
        </dgm:presLayoutVars>
      </dgm:prSet>
      <dgm:spPr/>
      <dgm:t>
        <a:bodyPr/>
        <a:lstStyle/>
        <a:p>
          <a:endParaRPr lang="es-AR"/>
        </a:p>
      </dgm:t>
    </dgm:pt>
    <dgm:pt modelId="{AF22D892-684A-407E-9A00-01BD2699783B}" type="pres">
      <dgm:prSet presAssocID="{E5CA6AAB-2071-4483-94B7-B0BC3D98F1EF}" presName="parTxOnlySpace" presStyleCnt="0"/>
      <dgm:spPr/>
    </dgm:pt>
    <dgm:pt modelId="{D44F0185-01B9-46A9-981A-4EB38AF048F2}" type="pres">
      <dgm:prSet presAssocID="{DB8FE8FB-B120-46F6-A77F-311D5C3B08F2}" presName="parTxOnly" presStyleLbl="node1" presStyleIdx="2" presStyleCnt="5">
        <dgm:presLayoutVars>
          <dgm:chMax val="0"/>
          <dgm:chPref val="0"/>
          <dgm:bulletEnabled val="1"/>
        </dgm:presLayoutVars>
      </dgm:prSet>
      <dgm:spPr/>
      <dgm:t>
        <a:bodyPr/>
        <a:lstStyle/>
        <a:p>
          <a:endParaRPr lang="es-AR"/>
        </a:p>
      </dgm:t>
    </dgm:pt>
    <dgm:pt modelId="{FAAE02BE-AF83-45E5-A05F-D89C5A4BB5BC}" type="pres">
      <dgm:prSet presAssocID="{DECB317B-BAC8-47FA-AA2A-33B06EA7DC59}" presName="parTxOnlySpace" presStyleCnt="0"/>
      <dgm:spPr/>
    </dgm:pt>
    <dgm:pt modelId="{90CE4976-6A77-4F7A-BC46-E8682F920F8C}" type="pres">
      <dgm:prSet presAssocID="{8CF19CCA-2202-4A79-8F19-6A0504024186}" presName="parTxOnly" presStyleLbl="node1" presStyleIdx="3" presStyleCnt="5">
        <dgm:presLayoutVars>
          <dgm:chMax val="0"/>
          <dgm:chPref val="0"/>
          <dgm:bulletEnabled val="1"/>
        </dgm:presLayoutVars>
      </dgm:prSet>
      <dgm:spPr/>
      <dgm:t>
        <a:bodyPr/>
        <a:lstStyle/>
        <a:p>
          <a:endParaRPr lang="es-AR"/>
        </a:p>
      </dgm:t>
    </dgm:pt>
    <dgm:pt modelId="{0B33289E-708F-4FF7-A784-4A3DD9BAB869}" type="pres">
      <dgm:prSet presAssocID="{3D004948-6569-4579-91EE-8E7DDBAD43B7}" presName="parTxOnlySpace" presStyleCnt="0"/>
      <dgm:spPr/>
    </dgm:pt>
    <dgm:pt modelId="{C65F6A5B-5477-4801-A9AF-36FFA39951FC}" type="pres">
      <dgm:prSet presAssocID="{1012DF7D-426D-4D3C-8AB8-C16ABF9C970D}" presName="parTxOnly" presStyleLbl="node1" presStyleIdx="4" presStyleCnt="5">
        <dgm:presLayoutVars>
          <dgm:chMax val="0"/>
          <dgm:chPref val="0"/>
          <dgm:bulletEnabled val="1"/>
        </dgm:presLayoutVars>
      </dgm:prSet>
      <dgm:spPr/>
      <dgm:t>
        <a:bodyPr/>
        <a:lstStyle/>
        <a:p>
          <a:endParaRPr lang="es-AR"/>
        </a:p>
      </dgm:t>
    </dgm:pt>
  </dgm:ptLst>
  <dgm:cxnLst>
    <dgm:cxn modelId="{093577FA-C0C0-442F-A3AE-EC90BAFBC0D9}" srcId="{55721F08-CFC5-47AE-AA4F-2C18733BFCEC}" destId="{B1F26CF5-7A2D-4536-9F97-D7D437907F5F}" srcOrd="0" destOrd="0" parTransId="{3F8BCD66-6389-4080-B8A7-F48C2DACDB2D}" sibTransId="{DE11440B-ADDF-4C84-BF15-5CD9AFF98849}"/>
    <dgm:cxn modelId="{27E0D6AC-DC43-40FA-BC35-C714D3929682}" srcId="{55721F08-CFC5-47AE-AA4F-2C18733BFCEC}" destId="{8CF19CCA-2202-4A79-8F19-6A0504024186}" srcOrd="3" destOrd="0" parTransId="{1C1A0310-3C67-4A39-805B-B1EFACB52DEB}" sibTransId="{3D004948-6569-4579-91EE-8E7DDBAD43B7}"/>
    <dgm:cxn modelId="{DC9FC957-2318-4A61-8D4F-E2FFF906943F}" type="presOf" srcId="{55721F08-CFC5-47AE-AA4F-2C18733BFCEC}" destId="{30144E4C-02D6-4F65-86FD-DBAD9683602B}" srcOrd="0" destOrd="0" presId="urn:microsoft.com/office/officeart/2005/8/layout/chevron1"/>
    <dgm:cxn modelId="{6F6E8962-92BF-4140-85F2-4F7B79FCAA8D}" type="presOf" srcId="{8CF19CCA-2202-4A79-8F19-6A0504024186}" destId="{90CE4976-6A77-4F7A-BC46-E8682F920F8C}" srcOrd="0" destOrd="0" presId="urn:microsoft.com/office/officeart/2005/8/layout/chevron1"/>
    <dgm:cxn modelId="{AC3D41B2-F00D-459D-8F63-CB20B80900D4}" type="presOf" srcId="{1012DF7D-426D-4D3C-8AB8-C16ABF9C970D}" destId="{C65F6A5B-5477-4801-A9AF-36FFA39951FC}" srcOrd="0" destOrd="0" presId="urn:microsoft.com/office/officeart/2005/8/layout/chevron1"/>
    <dgm:cxn modelId="{29DCB6C0-E2AA-4550-86BC-1956343C3390}" srcId="{55721F08-CFC5-47AE-AA4F-2C18733BFCEC}" destId="{1012DF7D-426D-4D3C-8AB8-C16ABF9C970D}" srcOrd="4" destOrd="0" parTransId="{89DF9C7F-0B01-4642-A1ED-7A067EDDC449}" sibTransId="{447C38E5-BC53-4DE9-9706-5A21FF8989AC}"/>
    <dgm:cxn modelId="{FAC579CA-9B8C-411A-82BC-EAE499025F0E}" srcId="{55721F08-CFC5-47AE-AA4F-2C18733BFCEC}" destId="{DB8FE8FB-B120-46F6-A77F-311D5C3B08F2}" srcOrd="2" destOrd="0" parTransId="{2902E580-A435-4410-B356-174C7421C53F}" sibTransId="{DECB317B-BAC8-47FA-AA2A-33B06EA7DC59}"/>
    <dgm:cxn modelId="{7AF3FAE4-8A3D-4DE9-9840-832968F30A6E}" type="presOf" srcId="{B1F26CF5-7A2D-4536-9F97-D7D437907F5F}" destId="{6C6FDAE0-9091-4629-9071-D28EC8C8E8AF}" srcOrd="0" destOrd="0" presId="urn:microsoft.com/office/officeart/2005/8/layout/chevron1"/>
    <dgm:cxn modelId="{C7F13792-DEDE-4FFE-87B1-EC7DD5786C1B}" srcId="{55721F08-CFC5-47AE-AA4F-2C18733BFCEC}" destId="{D72689B1-5A75-4951-A2FB-14CD8B2A0221}" srcOrd="1" destOrd="0" parTransId="{055B95EC-703B-41FF-A7BF-D019A586C2AC}" sibTransId="{E5CA6AAB-2071-4483-94B7-B0BC3D98F1EF}"/>
    <dgm:cxn modelId="{DCAA81DE-3FCB-43C7-9A75-8D16F2FA613D}" type="presOf" srcId="{D72689B1-5A75-4951-A2FB-14CD8B2A0221}" destId="{DEE47EED-8B2B-4659-B30A-4C1AD09EF7B5}" srcOrd="0" destOrd="0" presId="urn:microsoft.com/office/officeart/2005/8/layout/chevron1"/>
    <dgm:cxn modelId="{2926F869-1932-4770-9744-2B9C712FEECF}" type="presOf" srcId="{DB8FE8FB-B120-46F6-A77F-311D5C3B08F2}" destId="{D44F0185-01B9-46A9-981A-4EB38AF048F2}" srcOrd="0" destOrd="0" presId="urn:microsoft.com/office/officeart/2005/8/layout/chevron1"/>
    <dgm:cxn modelId="{C09F24FB-1193-4F0A-963A-1A7C67EA1A3E}" type="presParOf" srcId="{30144E4C-02D6-4F65-86FD-DBAD9683602B}" destId="{6C6FDAE0-9091-4629-9071-D28EC8C8E8AF}" srcOrd="0" destOrd="0" presId="urn:microsoft.com/office/officeart/2005/8/layout/chevron1"/>
    <dgm:cxn modelId="{FB26AC26-7AA0-4F4A-94DD-B834F1B099D5}" type="presParOf" srcId="{30144E4C-02D6-4F65-86FD-DBAD9683602B}" destId="{0A5A947F-735C-4454-A9B9-9C54FF0820AC}" srcOrd="1" destOrd="0" presId="urn:microsoft.com/office/officeart/2005/8/layout/chevron1"/>
    <dgm:cxn modelId="{1B560F9A-0C77-47DF-8D7D-17212B8596CE}" type="presParOf" srcId="{30144E4C-02D6-4F65-86FD-DBAD9683602B}" destId="{DEE47EED-8B2B-4659-B30A-4C1AD09EF7B5}" srcOrd="2" destOrd="0" presId="urn:microsoft.com/office/officeart/2005/8/layout/chevron1"/>
    <dgm:cxn modelId="{57D06FE6-496D-4760-9A37-3355B830A894}" type="presParOf" srcId="{30144E4C-02D6-4F65-86FD-DBAD9683602B}" destId="{AF22D892-684A-407E-9A00-01BD2699783B}" srcOrd="3" destOrd="0" presId="urn:microsoft.com/office/officeart/2005/8/layout/chevron1"/>
    <dgm:cxn modelId="{8C88ABB7-D0B1-495A-8444-1260CDD43F92}" type="presParOf" srcId="{30144E4C-02D6-4F65-86FD-DBAD9683602B}" destId="{D44F0185-01B9-46A9-981A-4EB38AF048F2}" srcOrd="4" destOrd="0" presId="urn:microsoft.com/office/officeart/2005/8/layout/chevron1"/>
    <dgm:cxn modelId="{9E7FDC96-A1FB-43CD-B239-F21C926C8C0B}" type="presParOf" srcId="{30144E4C-02D6-4F65-86FD-DBAD9683602B}" destId="{FAAE02BE-AF83-45E5-A05F-D89C5A4BB5BC}" srcOrd="5" destOrd="0" presId="urn:microsoft.com/office/officeart/2005/8/layout/chevron1"/>
    <dgm:cxn modelId="{37307382-02D2-4BD8-88E9-2FA722B5A824}" type="presParOf" srcId="{30144E4C-02D6-4F65-86FD-DBAD9683602B}" destId="{90CE4976-6A77-4F7A-BC46-E8682F920F8C}" srcOrd="6" destOrd="0" presId="urn:microsoft.com/office/officeart/2005/8/layout/chevron1"/>
    <dgm:cxn modelId="{3446969F-2CA7-47BE-AB27-E0D01963C57F}" type="presParOf" srcId="{30144E4C-02D6-4F65-86FD-DBAD9683602B}" destId="{0B33289E-708F-4FF7-A784-4A3DD9BAB869}" srcOrd="7" destOrd="0" presId="urn:microsoft.com/office/officeart/2005/8/layout/chevron1"/>
    <dgm:cxn modelId="{CD882A40-DE8C-400C-B5A4-107B1ACA852B}" type="presParOf" srcId="{30144E4C-02D6-4F65-86FD-DBAD9683602B}" destId="{C65F6A5B-5477-4801-A9AF-36FFA39951FC}" srcOrd="8" destOrd="0" presId="urn:microsoft.com/office/officeart/2005/8/layout/chevron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6FDAE0-9091-4629-9071-D28EC8C8E8AF}">
      <dsp:nvSpPr>
        <dsp:cNvPr id="0" name=""/>
        <dsp:cNvSpPr/>
      </dsp:nvSpPr>
      <dsp:spPr>
        <a:xfrm>
          <a:off x="2127" y="207548"/>
          <a:ext cx="1893198" cy="757279"/>
        </a:xfrm>
        <a:prstGeom prst="chevron">
          <a:avLst/>
        </a:prstGeom>
        <a:solidFill>
          <a:schemeClr val="bg1">
            <a:lumMod val="65000"/>
          </a:schemeClr>
        </a:solidFill>
        <a:ln w="25400" cap="flat" cmpd="sng" algn="ctr">
          <a:solidFill>
            <a:schemeClr val="lt1">
              <a:hueOff val="0"/>
              <a:satOff val="0"/>
              <a:lumOff val="0"/>
              <a:alphaOff val="0"/>
            </a:schemeClr>
          </a:solidFill>
          <a:prstDash val="solid"/>
          <a:miter/>
        </a:ln>
        <a:effectLst/>
      </dsp:spPr>
      <dsp:style>
        <a:lnRef idx="2">
          <a:scrgbClr r="0" g="0" b="0"/>
        </a:lnRef>
        <a:fillRef idx="1">
          <a:scrgbClr r="0" g="0" b="0"/>
        </a:fillRef>
        <a:effectRef idx="0">
          <a:scrgbClr r="0" g="0" b="0"/>
        </a:effectRef>
        <a:fontRef idx="minor">
          <a:schemeClr val="lt1"/>
        </a:fontRef>
      </dsp:style>
      <dsp:txBody>
        <a:bodyPr spcFirstLastPara="0" vert="horz" wrap="square" lIns="56007" tIns="18669" rIns="18669" bIns="18669" numCol="1" spcCol="1270" anchor="ctr" anchorCtr="0">
          <a:noAutofit/>
        </a:bodyPr>
        <a:lstStyle/>
        <a:p>
          <a:pPr lvl="0" algn="ctr" defTabSz="622300">
            <a:lnSpc>
              <a:spcPct val="90000"/>
            </a:lnSpc>
            <a:spcBef>
              <a:spcPct val="0"/>
            </a:spcBef>
            <a:spcAft>
              <a:spcPct val="35000"/>
            </a:spcAft>
          </a:pPr>
          <a:r>
            <a:rPr lang="es-ES" sz="1400" kern="1200" dirty="0" smtClean="0"/>
            <a:t>Presentación Proyecto</a:t>
          </a:r>
          <a:endParaRPr lang="es-AR" sz="1400" kern="1200" dirty="0"/>
        </a:p>
      </dsp:txBody>
      <dsp:txXfrm>
        <a:off x="380767" y="207548"/>
        <a:ext cx="1135919" cy="757279"/>
      </dsp:txXfrm>
    </dsp:sp>
    <dsp:sp modelId="{DEE47EED-8B2B-4659-B30A-4C1AD09EF7B5}">
      <dsp:nvSpPr>
        <dsp:cNvPr id="0" name=""/>
        <dsp:cNvSpPr/>
      </dsp:nvSpPr>
      <dsp:spPr>
        <a:xfrm>
          <a:off x="1706005" y="207548"/>
          <a:ext cx="1893198" cy="757279"/>
        </a:xfrm>
        <a:prstGeom prst="chevron">
          <a:avLst/>
        </a:prstGeom>
        <a:solidFill>
          <a:schemeClr val="accent3">
            <a:shade val="80000"/>
            <a:hueOff val="54727"/>
            <a:satOff val="-358"/>
            <a:lumOff val="6139"/>
            <a:alphaOff val="0"/>
          </a:schemeClr>
        </a:solidFill>
        <a:ln w="25400" cap="flat" cmpd="sng" algn="ctr">
          <a:solidFill>
            <a:schemeClr val="lt1">
              <a:hueOff val="0"/>
              <a:satOff val="0"/>
              <a:lumOff val="0"/>
              <a:alphaOff val="0"/>
            </a:schemeClr>
          </a:solidFill>
          <a:prstDash val="solid"/>
          <a:miter/>
        </a:ln>
        <a:effectLst/>
      </dsp:spPr>
      <dsp:style>
        <a:lnRef idx="2">
          <a:scrgbClr r="0" g="0" b="0"/>
        </a:lnRef>
        <a:fillRef idx="1">
          <a:scrgbClr r="0" g="0" b="0"/>
        </a:fillRef>
        <a:effectRef idx="0">
          <a:scrgbClr r="0" g="0" b="0"/>
        </a:effectRef>
        <a:fontRef idx="minor">
          <a:schemeClr val="lt1"/>
        </a:fontRef>
      </dsp:style>
      <dsp:txBody>
        <a:bodyPr spcFirstLastPara="0" vert="horz" wrap="square" lIns="56007" tIns="18669" rIns="18669" bIns="18669" numCol="1" spcCol="1270" anchor="ctr" anchorCtr="0">
          <a:noAutofit/>
        </a:bodyPr>
        <a:lstStyle/>
        <a:p>
          <a:pPr lvl="0" algn="ctr" defTabSz="622300">
            <a:lnSpc>
              <a:spcPct val="90000"/>
            </a:lnSpc>
            <a:spcBef>
              <a:spcPct val="0"/>
            </a:spcBef>
            <a:spcAft>
              <a:spcPct val="35000"/>
            </a:spcAft>
          </a:pPr>
          <a:r>
            <a:rPr lang="es-ES" sz="1400" kern="1200" dirty="0" smtClean="0"/>
            <a:t>Hito 1</a:t>
          </a:r>
          <a:endParaRPr lang="es-AR" sz="1400" kern="1200" dirty="0"/>
        </a:p>
      </dsp:txBody>
      <dsp:txXfrm>
        <a:off x="2084645" y="207548"/>
        <a:ext cx="1135919" cy="757279"/>
      </dsp:txXfrm>
    </dsp:sp>
    <dsp:sp modelId="{D44F0185-01B9-46A9-981A-4EB38AF048F2}">
      <dsp:nvSpPr>
        <dsp:cNvPr id="0" name=""/>
        <dsp:cNvSpPr/>
      </dsp:nvSpPr>
      <dsp:spPr>
        <a:xfrm>
          <a:off x="3409884" y="207548"/>
          <a:ext cx="1893198" cy="757279"/>
        </a:xfrm>
        <a:prstGeom prst="chevron">
          <a:avLst/>
        </a:prstGeom>
        <a:solidFill>
          <a:schemeClr val="bg1">
            <a:lumMod val="65000"/>
          </a:schemeClr>
        </a:solidFill>
        <a:ln w="25400" cap="flat" cmpd="sng" algn="ctr">
          <a:solidFill>
            <a:schemeClr val="lt1">
              <a:hueOff val="0"/>
              <a:satOff val="0"/>
              <a:lumOff val="0"/>
              <a:alphaOff val="0"/>
            </a:schemeClr>
          </a:solidFill>
          <a:prstDash val="solid"/>
          <a:miter/>
        </a:ln>
        <a:effectLst/>
      </dsp:spPr>
      <dsp:style>
        <a:lnRef idx="2">
          <a:scrgbClr r="0" g="0" b="0"/>
        </a:lnRef>
        <a:fillRef idx="1">
          <a:scrgbClr r="0" g="0" b="0"/>
        </a:fillRef>
        <a:effectRef idx="0">
          <a:scrgbClr r="0" g="0" b="0"/>
        </a:effectRef>
        <a:fontRef idx="minor">
          <a:schemeClr val="lt1"/>
        </a:fontRef>
      </dsp:style>
      <dsp:txBody>
        <a:bodyPr spcFirstLastPara="0" vert="horz" wrap="square" lIns="56007" tIns="18669" rIns="18669" bIns="18669" numCol="1" spcCol="1270" anchor="ctr" anchorCtr="0">
          <a:noAutofit/>
        </a:bodyPr>
        <a:lstStyle/>
        <a:p>
          <a:pPr lvl="0" algn="ctr" defTabSz="622300">
            <a:lnSpc>
              <a:spcPct val="90000"/>
            </a:lnSpc>
            <a:spcBef>
              <a:spcPct val="0"/>
            </a:spcBef>
            <a:spcAft>
              <a:spcPct val="35000"/>
            </a:spcAft>
          </a:pPr>
          <a:r>
            <a:rPr lang="es-ES" sz="1400" kern="1200" dirty="0" smtClean="0"/>
            <a:t>Hito 2</a:t>
          </a:r>
          <a:endParaRPr lang="es-AR" sz="1400" kern="1200" dirty="0"/>
        </a:p>
      </dsp:txBody>
      <dsp:txXfrm>
        <a:off x="3788524" y="207548"/>
        <a:ext cx="1135919" cy="757279"/>
      </dsp:txXfrm>
    </dsp:sp>
    <dsp:sp modelId="{90CE4976-6A77-4F7A-BC46-E8682F920F8C}">
      <dsp:nvSpPr>
        <dsp:cNvPr id="0" name=""/>
        <dsp:cNvSpPr/>
      </dsp:nvSpPr>
      <dsp:spPr>
        <a:xfrm>
          <a:off x="5113763" y="207548"/>
          <a:ext cx="1893198" cy="757279"/>
        </a:xfrm>
        <a:prstGeom prst="chevron">
          <a:avLst/>
        </a:prstGeom>
        <a:solidFill>
          <a:schemeClr val="bg1">
            <a:lumMod val="65000"/>
          </a:schemeClr>
        </a:solidFill>
        <a:ln w="25400" cap="flat" cmpd="sng" algn="ctr">
          <a:solidFill>
            <a:schemeClr val="lt1">
              <a:hueOff val="0"/>
              <a:satOff val="0"/>
              <a:lumOff val="0"/>
              <a:alphaOff val="0"/>
            </a:schemeClr>
          </a:solidFill>
          <a:prstDash val="solid"/>
          <a:miter/>
        </a:ln>
        <a:effectLst/>
      </dsp:spPr>
      <dsp:style>
        <a:lnRef idx="2">
          <a:scrgbClr r="0" g="0" b="0"/>
        </a:lnRef>
        <a:fillRef idx="1">
          <a:scrgbClr r="0" g="0" b="0"/>
        </a:fillRef>
        <a:effectRef idx="0">
          <a:scrgbClr r="0" g="0" b="0"/>
        </a:effectRef>
        <a:fontRef idx="minor">
          <a:schemeClr val="lt1"/>
        </a:fontRef>
      </dsp:style>
      <dsp:txBody>
        <a:bodyPr spcFirstLastPara="0" vert="horz" wrap="square" lIns="56007" tIns="18669" rIns="18669" bIns="18669" numCol="1" spcCol="1270" anchor="ctr" anchorCtr="0">
          <a:noAutofit/>
        </a:bodyPr>
        <a:lstStyle/>
        <a:p>
          <a:pPr lvl="0" algn="ctr" defTabSz="622300">
            <a:lnSpc>
              <a:spcPct val="90000"/>
            </a:lnSpc>
            <a:spcBef>
              <a:spcPct val="0"/>
            </a:spcBef>
            <a:spcAft>
              <a:spcPct val="35000"/>
            </a:spcAft>
          </a:pPr>
          <a:r>
            <a:rPr lang="es-ES" sz="1400" kern="1200" dirty="0" smtClean="0"/>
            <a:t>Hito 3</a:t>
          </a:r>
          <a:endParaRPr lang="es-AR" sz="1400" kern="1200" dirty="0"/>
        </a:p>
      </dsp:txBody>
      <dsp:txXfrm>
        <a:off x="5492403" y="207548"/>
        <a:ext cx="1135919" cy="757279"/>
      </dsp:txXfrm>
    </dsp:sp>
    <dsp:sp modelId="{C65F6A5B-5477-4801-A9AF-36FFA39951FC}">
      <dsp:nvSpPr>
        <dsp:cNvPr id="0" name=""/>
        <dsp:cNvSpPr/>
      </dsp:nvSpPr>
      <dsp:spPr>
        <a:xfrm>
          <a:off x="6817642" y="207548"/>
          <a:ext cx="1893198" cy="757279"/>
        </a:xfrm>
        <a:prstGeom prst="chevron">
          <a:avLst/>
        </a:prstGeom>
        <a:solidFill>
          <a:schemeClr val="bg1">
            <a:lumMod val="65000"/>
          </a:schemeClr>
        </a:solidFill>
        <a:ln w="25400" cap="flat" cmpd="sng" algn="ctr">
          <a:solidFill>
            <a:schemeClr val="lt1">
              <a:hueOff val="0"/>
              <a:satOff val="0"/>
              <a:lumOff val="0"/>
              <a:alphaOff val="0"/>
            </a:schemeClr>
          </a:solidFill>
          <a:prstDash val="solid"/>
          <a:miter/>
        </a:ln>
        <a:effectLst/>
      </dsp:spPr>
      <dsp:style>
        <a:lnRef idx="2">
          <a:scrgbClr r="0" g="0" b="0"/>
        </a:lnRef>
        <a:fillRef idx="1">
          <a:scrgbClr r="0" g="0" b="0"/>
        </a:fillRef>
        <a:effectRef idx="0">
          <a:scrgbClr r="0" g="0" b="0"/>
        </a:effectRef>
        <a:fontRef idx="minor">
          <a:schemeClr val="lt1"/>
        </a:fontRef>
      </dsp:style>
      <dsp:txBody>
        <a:bodyPr spcFirstLastPara="0" vert="horz" wrap="square" lIns="56007" tIns="18669" rIns="18669" bIns="18669" numCol="1" spcCol="1270" anchor="ctr" anchorCtr="0">
          <a:noAutofit/>
        </a:bodyPr>
        <a:lstStyle/>
        <a:p>
          <a:pPr lvl="0" algn="ctr" defTabSz="622300">
            <a:lnSpc>
              <a:spcPct val="90000"/>
            </a:lnSpc>
            <a:spcBef>
              <a:spcPct val="0"/>
            </a:spcBef>
            <a:spcAft>
              <a:spcPct val="35000"/>
            </a:spcAft>
          </a:pPr>
          <a:r>
            <a:rPr lang="es-ES" sz="1400" kern="1200" dirty="0" smtClean="0"/>
            <a:t>Hito 4</a:t>
          </a:r>
          <a:endParaRPr lang="es-AR" sz="1400" kern="1200" dirty="0"/>
        </a:p>
      </dsp:txBody>
      <dsp:txXfrm>
        <a:off x="7196282" y="207548"/>
        <a:ext cx="1135919" cy="757279"/>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4"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pPr algn="ctr"/>
            <a:r>
              <a:rPr lang="es-AR" sz="4400" b="0" strike="noStrike" spc="-1">
                <a:latin typeface="Arial"/>
              </a:rPr>
              <a:t>Pulse para desplazar la diapositiva</a:t>
            </a:r>
          </a:p>
        </p:txBody>
      </p:sp>
      <p:sp>
        <p:nvSpPr>
          <p:cNvPr id="11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es-AR" sz="2000" b="0" strike="noStrike" spc="-1">
                <a:latin typeface="Arial"/>
              </a:rPr>
              <a:t>Pulse para editar el formato de las notas</a:t>
            </a:r>
          </a:p>
        </p:txBody>
      </p:sp>
      <p:sp>
        <p:nvSpPr>
          <p:cNvPr id="116"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r>
              <a:rPr lang="es-AR" sz="1400" b="0" strike="noStrike" spc="-1">
                <a:latin typeface="Times New Roman"/>
              </a:rPr>
              <a:t>&lt;cabecera&gt;</a:t>
            </a:r>
          </a:p>
        </p:txBody>
      </p:sp>
      <p:sp>
        <p:nvSpPr>
          <p:cNvPr id="117" name="PlaceHolder 4"/>
          <p:cNvSpPr>
            <a:spLocks noGrp="1"/>
          </p:cNvSpPr>
          <p:nvPr>
            <p:ph type="dt"/>
          </p:nvPr>
        </p:nvSpPr>
        <p:spPr>
          <a:xfrm>
            <a:off x="4278960" y="0"/>
            <a:ext cx="3280680" cy="534240"/>
          </a:xfrm>
          <a:prstGeom prst="rect">
            <a:avLst/>
          </a:prstGeom>
          <a:noFill/>
          <a:ln w="0">
            <a:noFill/>
          </a:ln>
        </p:spPr>
        <p:txBody>
          <a:bodyPr lIns="0" tIns="0" rIns="0" bIns="0" anchor="t">
            <a:noAutofit/>
          </a:bodyPr>
          <a:lstStyle/>
          <a:p>
            <a:pPr algn="r"/>
            <a:r>
              <a:rPr lang="es-AR" sz="1400" b="0" strike="noStrike" spc="-1">
                <a:latin typeface="Times New Roman"/>
              </a:rPr>
              <a:t>&lt;fecha/hora&gt;</a:t>
            </a:r>
          </a:p>
        </p:txBody>
      </p:sp>
      <p:sp>
        <p:nvSpPr>
          <p:cNvPr id="118" name="PlaceHolder 5"/>
          <p:cNvSpPr>
            <a:spLocks noGrp="1"/>
          </p:cNvSpPr>
          <p:nvPr>
            <p:ph type="ftr"/>
          </p:nvPr>
        </p:nvSpPr>
        <p:spPr>
          <a:xfrm>
            <a:off x="0" y="10157400"/>
            <a:ext cx="3280680" cy="534240"/>
          </a:xfrm>
          <a:prstGeom prst="rect">
            <a:avLst/>
          </a:prstGeom>
          <a:noFill/>
          <a:ln w="0">
            <a:noFill/>
          </a:ln>
        </p:spPr>
        <p:txBody>
          <a:bodyPr lIns="0" tIns="0" rIns="0" bIns="0" anchor="b">
            <a:noAutofit/>
          </a:bodyPr>
          <a:lstStyle/>
          <a:p>
            <a:r>
              <a:rPr lang="es-AR" sz="1400" b="0" strike="noStrike" spc="-1">
                <a:latin typeface="Times New Roman"/>
              </a:rPr>
              <a:t>&lt;pie de página&gt;</a:t>
            </a:r>
          </a:p>
        </p:txBody>
      </p:sp>
      <p:sp>
        <p:nvSpPr>
          <p:cNvPr id="119" name="PlaceHolder 6"/>
          <p:cNvSpPr>
            <a:spLocks noGrp="1"/>
          </p:cNvSpPr>
          <p:nvPr>
            <p:ph type="sldNum"/>
          </p:nvPr>
        </p:nvSpPr>
        <p:spPr>
          <a:xfrm>
            <a:off x="4278960" y="10157400"/>
            <a:ext cx="3280680" cy="534240"/>
          </a:xfrm>
          <a:prstGeom prst="rect">
            <a:avLst/>
          </a:prstGeom>
          <a:noFill/>
          <a:ln w="0">
            <a:noFill/>
          </a:ln>
        </p:spPr>
        <p:txBody>
          <a:bodyPr lIns="0" tIns="0" rIns="0" bIns="0" anchor="b">
            <a:noAutofit/>
          </a:bodyPr>
          <a:lstStyle/>
          <a:p>
            <a:pPr algn="r"/>
            <a:fld id="{25E1D73A-C896-4F10-8A1F-42DA976BB268}" type="slidenum">
              <a:rPr lang="es-AR" sz="1400" b="0" strike="noStrike" spc="-1">
                <a:latin typeface="Times New Roman"/>
              </a:rPr>
              <a:pPr algn="r"/>
              <a:t>‹Nº›</a:t>
            </a:fld>
            <a:endParaRPr lang="es-AR" sz="1400" b="0" strike="noStrike" spc="-1">
              <a:latin typeface="Times New Roman"/>
            </a:endParaRPr>
          </a:p>
        </p:txBody>
      </p:sp>
    </p:spTree>
    <p:extLst>
      <p:ext uri="{BB962C8B-B14F-4D97-AF65-F5344CB8AC3E}">
        <p14:creationId xmlns:p14="http://schemas.microsoft.com/office/powerpoint/2010/main" val="31248716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2</a:t>
            </a:fld>
            <a:endParaRPr lang="es-AR" sz="1200" b="0" strike="noStrike" spc="-1">
              <a:latin typeface="Times New Roman"/>
            </a:endParaRPr>
          </a:p>
        </p:txBody>
      </p:sp>
    </p:spTree>
    <p:extLst>
      <p:ext uri="{BB962C8B-B14F-4D97-AF65-F5344CB8AC3E}">
        <p14:creationId xmlns:p14="http://schemas.microsoft.com/office/powerpoint/2010/main" val="27107581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3</a:t>
            </a:fld>
            <a:endParaRPr lang="es-AR" sz="1200" b="0" strike="noStrike" spc="-1">
              <a:latin typeface="Times New Roman"/>
            </a:endParaRPr>
          </a:p>
        </p:txBody>
      </p:sp>
    </p:spTree>
    <p:extLst>
      <p:ext uri="{BB962C8B-B14F-4D97-AF65-F5344CB8AC3E}">
        <p14:creationId xmlns:p14="http://schemas.microsoft.com/office/powerpoint/2010/main" val="1456644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4</a:t>
            </a:fld>
            <a:endParaRPr lang="es-AR" sz="1200" b="0" strike="noStrike" spc="-1">
              <a:latin typeface="Times New Roman"/>
            </a:endParaRPr>
          </a:p>
        </p:txBody>
      </p:sp>
    </p:spTree>
    <p:extLst>
      <p:ext uri="{BB962C8B-B14F-4D97-AF65-F5344CB8AC3E}">
        <p14:creationId xmlns:p14="http://schemas.microsoft.com/office/powerpoint/2010/main" val="38204361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5</a:t>
            </a:fld>
            <a:endParaRPr lang="es-AR" sz="1200" b="0" strike="noStrike" spc="-1">
              <a:latin typeface="Times New Roman"/>
            </a:endParaRPr>
          </a:p>
        </p:txBody>
      </p:sp>
    </p:spTree>
    <p:extLst>
      <p:ext uri="{BB962C8B-B14F-4D97-AF65-F5344CB8AC3E}">
        <p14:creationId xmlns:p14="http://schemas.microsoft.com/office/powerpoint/2010/main" val="41676948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6</a:t>
            </a:fld>
            <a:endParaRPr lang="es-AR" sz="1200" b="0" strike="noStrike" spc="-1">
              <a:latin typeface="Times New Roman"/>
            </a:endParaRPr>
          </a:p>
        </p:txBody>
      </p:sp>
    </p:spTree>
    <p:extLst>
      <p:ext uri="{BB962C8B-B14F-4D97-AF65-F5344CB8AC3E}">
        <p14:creationId xmlns:p14="http://schemas.microsoft.com/office/powerpoint/2010/main" val="15355258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7</a:t>
            </a:fld>
            <a:endParaRPr lang="es-AR" sz="1200" b="0" strike="noStrike" spc="-1">
              <a:latin typeface="Times New Roman"/>
            </a:endParaRPr>
          </a:p>
        </p:txBody>
      </p:sp>
    </p:spTree>
    <p:extLst>
      <p:ext uri="{BB962C8B-B14F-4D97-AF65-F5344CB8AC3E}">
        <p14:creationId xmlns:p14="http://schemas.microsoft.com/office/powerpoint/2010/main" val="13655862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8</a:t>
            </a:fld>
            <a:endParaRPr lang="es-AR" sz="1200" b="0" strike="noStrike" spc="-1">
              <a:latin typeface="Times New Roman"/>
            </a:endParaRPr>
          </a:p>
        </p:txBody>
      </p:sp>
    </p:spTree>
    <p:extLst>
      <p:ext uri="{BB962C8B-B14F-4D97-AF65-F5344CB8AC3E}">
        <p14:creationId xmlns:p14="http://schemas.microsoft.com/office/powerpoint/2010/main" val="38761096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dirty="0">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9</a:t>
            </a:fld>
            <a:endParaRPr lang="es-AR" sz="1200" b="0" strike="noStrike" spc="-1">
              <a:latin typeface="Times New Roman"/>
            </a:endParaRPr>
          </a:p>
        </p:txBody>
      </p:sp>
    </p:spTree>
    <p:extLst>
      <p:ext uri="{BB962C8B-B14F-4D97-AF65-F5344CB8AC3E}">
        <p14:creationId xmlns:p14="http://schemas.microsoft.com/office/powerpoint/2010/main" val="27985476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10</a:t>
            </a:fld>
            <a:endParaRPr lang="es-AR" sz="1200" b="0" strike="noStrike" spc="-1">
              <a:latin typeface="Times New Roman"/>
            </a:endParaRPr>
          </a:p>
        </p:txBody>
      </p:sp>
    </p:spTree>
    <p:extLst>
      <p:ext uri="{BB962C8B-B14F-4D97-AF65-F5344CB8AC3E}">
        <p14:creationId xmlns:p14="http://schemas.microsoft.com/office/powerpoint/2010/main" val="12689555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11</a:t>
            </a:fld>
            <a:endParaRPr lang="es-AR" sz="1200" b="0" strike="noStrike" spc="-1">
              <a:latin typeface="Times New Roman"/>
            </a:endParaRPr>
          </a:p>
        </p:txBody>
      </p:sp>
    </p:spTree>
    <p:extLst>
      <p:ext uri="{BB962C8B-B14F-4D97-AF65-F5344CB8AC3E}">
        <p14:creationId xmlns:p14="http://schemas.microsoft.com/office/powerpoint/2010/main" val="36695877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12</a:t>
            </a:fld>
            <a:endParaRPr lang="es-AR" sz="1200" b="0" strike="noStrike" spc="-1">
              <a:latin typeface="Times New Roman"/>
            </a:endParaRPr>
          </a:p>
        </p:txBody>
      </p:sp>
    </p:spTree>
    <p:extLst>
      <p:ext uri="{BB962C8B-B14F-4D97-AF65-F5344CB8AC3E}">
        <p14:creationId xmlns:p14="http://schemas.microsoft.com/office/powerpoint/2010/main" val="24487887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13</a:t>
            </a:fld>
            <a:endParaRPr lang="es-AR" sz="1200" b="0" strike="noStrike" spc="-1">
              <a:latin typeface="Times New Roman"/>
            </a:endParaRPr>
          </a:p>
        </p:txBody>
      </p:sp>
    </p:spTree>
    <p:extLst>
      <p:ext uri="{BB962C8B-B14F-4D97-AF65-F5344CB8AC3E}">
        <p14:creationId xmlns:p14="http://schemas.microsoft.com/office/powerpoint/2010/main" val="18886270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14</a:t>
            </a:fld>
            <a:endParaRPr lang="es-AR" sz="1200" b="0" strike="noStrike" spc="-1">
              <a:latin typeface="Times New Roman"/>
            </a:endParaRPr>
          </a:p>
        </p:txBody>
      </p:sp>
    </p:spTree>
    <p:extLst>
      <p:ext uri="{BB962C8B-B14F-4D97-AF65-F5344CB8AC3E}">
        <p14:creationId xmlns:p14="http://schemas.microsoft.com/office/powerpoint/2010/main" val="7369018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15</a:t>
            </a:fld>
            <a:endParaRPr lang="es-AR" sz="1200" b="0" strike="noStrike" spc="-1">
              <a:latin typeface="Times New Roman"/>
            </a:endParaRPr>
          </a:p>
        </p:txBody>
      </p:sp>
    </p:spTree>
    <p:extLst>
      <p:ext uri="{BB962C8B-B14F-4D97-AF65-F5344CB8AC3E}">
        <p14:creationId xmlns:p14="http://schemas.microsoft.com/office/powerpoint/2010/main" val="122176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16</a:t>
            </a:fld>
            <a:endParaRPr lang="es-AR" sz="1200" b="0" strike="noStrike" spc="-1">
              <a:latin typeface="Times New Roman"/>
            </a:endParaRPr>
          </a:p>
        </p:txBody>
      </p:sp>
    </p:spTree>
    <p:extLst>
      <p:ext uri="{BB962C8B-B14F-4D97-AF65-F5344CB8AC3E}">
        <p14:creationId xmlns:p14="http://schemas.microsoft.com/office/powerpoint/2010/main" val="18333909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17</a:t>
            </a:fld>
            <a:endParaRPr lang="es-AR" sz="1200" b="0" strike="noStrike" spc="-1">
              <a:latin typeface="Times New Roman"/>
            </a:endParaRPr>
          </a:p>
        </p:txBody>
      </p:sp>
    </p:spTree>
    <p:extLst>
      <p:ext uri="{BB962C8B-B14F-4D97-AF65-F5344CB8AC3E}">
        <p14:creationId xmlns:p14="http://schemas.microsoft.com/office/powerpoint/2010/main" val="2209007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18</a:t>
            </a:fld>
            <a:endParaRPr lang="es-AR" sz="1200" b="0" strike="noStrike" spc="-1">
              <a:latin typeface="Times New Roman"/>
            </a:endParaRPr>
          </a:p>
        </p:txBody>
      </p:sp>
    </p:spTree>
    <p:extLst>
      <p:ext uri="{BB962C8B-B14F-4D97-AF65-F5344CB8AC3E}">
        <p14:creationId xmlns:p14="http://schemas.microsoft.com/office/powerpoint/2010/main" val="20871864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19</a:t>
            </a:fld>
            <a:endParaRPr lang="es-AR" sz="1200" b="0" strike="noStrike" spc="-1">
              <a:latin typeface="Times New Roman"/>
            </a:endParaRPr>
          </a:p>
        </p:txBody>
      </p:sp>
    </p:spTree>
    <p:extLst>
      <p:ext uri="{BB962C8B-B14F-4D97-AF65-F5344CB8AC3E}">
        <p14:creationId xmlns:p14="http://schemas.microsoft.com/office/powerpoint/2010/main" val="13163313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20</a:t>
            </a:fld>
            <a:endParaRPr lang="es-AR" sz="1200" b="0" strike="noStrike" spc="-1">
              <a:latin typeface="Times New Roman"/>
            </a:endParaRPr>
          </a:p>
        </p:txBody>
      </p:sp>
    </p:spTree>
    <p:extLst>
      <p:ext uri="{BB962C8B-B14F-4D97-AF65-F5344CB8AC3E}">
        <p14:creationId xmlns:p14="http://schemas.microsoft.com/office/powerpoint/2010/main" val="35784671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21</a:t>
            </a:fld>
            <a:endParaRPr lang="es-AR" sz="1200" b="0" strike="noStrike" spc="-1">
              <a:latin typeface="Times New Roman"/>
            </a:endParaRPr>
          </a:p>
        </p:txBody>
      </p:sp>
    </p:spTree>
    <p:extLst>
      <p:ext uri="{BB962C8B-B14F-4D97-AF65-F5344CB8AC3E}">
        <p14:creationId xmlns:p14="http://schemas.microsoft.com/office/powerpoint/2010/main" val="256385086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22</a:t>
            </a:fld>
            <a:endParaRPr lang="es-AR" sz="1200" b="0" strike="noStrike" spc="-1">
              <a:latin typeface="Times New Roman"/>
            </a:endParaRPr>
          </a:p>
        </p:txBody>
      </p:sp>
    </p:spTree>
    <p:extLst>
      <p:ext uri="{BB962C8B-B14F-4D97-AF65-F5344CB8AC3E}">
        <p14:creationId xmlns:p14="http://schemas.microsoft.com/office/powerpoint/2010/main" val="26079255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23</a:t>
            </a:fld>
            <a:endParaRPr lang="es-AR" sz="1200" b="0" strike="noStrike" spc="-1">
              <a:latin typeface="Times New Roman"/>
            </a:endParaRPr>
          </a:p>
        </p:txBody>
      </p:sp>
    </p:spTree>
    <p:extLst>
      <p:ext uri="{BB962C8B-B14F-4D97-AF65-F5344CB8AC3E}">
        <p14:creationId xmlns:p14="http://schemas.microsoft.com/office/powerpoint/2010/main" val="10779850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24</a:t>
            </a:fld>
            <a:endParaRPr lang="es-AR" sz="1200" b="0" strike="noStrike" spc="-1">
              <a:latin typeface="Times New Roman"/>
            </a:endParaRPr>
          </a:p>
        </p:txBody>
      </p:sp>
    </p:spTree>
    <p:extLst>
      <p:ext uri="{BB962C8B-B14F-4D97-AF65-F5344CB8AC3E}">
        <p14:creationId xmlns:p14="http://schemas.microsoft.com/office/powerpoint/2010/main" val="12596925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25</a:t>
            </a:fld>
            <a:endParaRPr lang="es-AR" sz="1200" b="0" strike="noStrike" spc="-1">
              <a:latin typeface="Times New Roman"/>
            </a:endParaRPr>
          </a:p>
        </p:txBody>
      </p:sp>
    </p:spTree>
    <p:extLst>
      <p:ext uri="{BB962C8B-B14F-4D97-AF65-F5344CB8AC3E}">
        <p14:creationId xmlns:p14="http://schemas.microsoft.com/office/powerpoint/2010/main" val="30973550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26</a:t>
            </a:fld>
            <a:endParaRPr lang="es-AR" sz="1200" b="0" strike="noStrike" spc="-1">
              <a:latin typeface="Times New Roman"/>
            </a:endParaRPr>
          </a:p>
        </p:txBody>
      </p:sp>
    </p:spTree>
    <p:extLst>
      <p:ext uri="{BB962C8B-B14F-4D97-AF65-F5344CB8AC3E}">
        <p14:creationId xmlns:p14="http://schemas.microsoft.com/office/powerpoint/2010/main" val="17521461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27</a:t>
            </a:fld>
            <a:endParaRPr lang="es-AR" sz="1200" b="0" strike="noStrike" spc="-1">
              <a:latin typeface="Times New Roman"/>
            </a:endParaRPr>
          </a:p>
        </p:txBody>
      </p:sp>
    </p:spTree>
    <p:extLst>
      <p:ext uri="{BB962C8B-B14F-4D97-AF65-F5344CB8AC3E}">
        <p14:creationId xmlns:p14="http://schemas.microsoft.com/office/powerpoint/2010/main" val="862018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28</a:t>
            </a:fld>
            <a:endParaRPr lang="es-AR" sz="1200" b="0" strike="noStrike" spc="-1">
              <a:latin typeface="Times New Roman"/>
            </a:endParaRPr>
          </a:p>
        </p:txBody>
      </p:sp>
    </p:spTree>
    <p:extLst>
      <p:ext uri="{BB962C8B-B14F-4D97-AF65-F5344CB8AC3E}">
        <p14:creationId xmlns:p14="http://schemas.microsoft.com/office/powerpoint/2010/main" val="272913480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29</a:t>
            </a:fld>
            <a:endParaRPr lang="es-AR" sz="1200" b="0" strike="noStrike" spc="-1">
              <a:latin typeface="Times New Roman"/>
            </a:endParaRPr>
          </a:p>
        </p:txBody>
      </p:sp>
    </p:spTree>
    <p:extLst>
      <p:ext uri="{BB962C8B-B14F-4D97-AF65-F5344CB8AC3E}">
        <p14:creationId xmlns:p14="http://schemas.microsoft.com/office/powerpoint/2010/main" val="52800690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30</a:t>
            </a:fld>
            <a:endParaRPr lang="es-AR" sz="1200" b="0" strike="noStrike" spc="-1">
              <a:latin typeface="Times New Roman"/>
            </a:endParaRPr>
          </a:p>
        </p:txBody>
      </p:sp>
    </p:spTree>
    <p:extLst>
      <p:ext uri="{BB962C8B-B14F-4D97-AF65-F5344CB8AC3E}">
        <p14:creationId xmlns:p14="http://schemas.microsoft.com/office/powerpoint/2010/main" val="28498378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31</a:t>
            </a:fld>
            <a:endParaRPr lang="es-AR" sz="1200" b="0" strike="noStrike" spc="-1">
              <a:latin typeface="Times New Roman"/>
            </a:endParaRPr>
          </a:p>
        </p:txBody>
      </p:sp>
    </p:spTree>
    <p:extLst>
      <p:ext uri="{BB962C8B-B14F-4D97-AF65-F5344CB8AC3E}">
        <p14:creationId xmlns:p14="http://schemas.microsoft.com/office/powerpoint/2010/main" val="13330204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1371600" y="1143000"/>
            <a:ext cx="4111625" cy="3084513"/>
          </a:xfrm>
          <a:prstGeom prst="rect">
            <a:avLst/>
          </a:prstGeom>
          <a:ln w="0">
            <a:noFill/>
          </a:ln>
        </p:spPr>
      </p:sp>
      <p:sp>
        <p:nvSpPr>
          <p:cNvPr id="26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lstStyle/>
          <a:p>
            <a:endParaRPr lang="es-AR" sz="2000" b="0" strike="noStrike" spc="-1">
              <a:latin typeface="Arial"/>
            </a:endParaRPr>
          </a:p>
        </p:txBody>
      </p:sp>
      <p:sp>
        <p:nvSpPr>
          <p:cNvPr id="267" name="PlaceHolder 3"/>
          <p:cNvSpPr>
            <a:spLocks noGrp="1"/>
          </p:cNvSpPr>
          <p:nvPr>
            <p:ph type="sldNum"/>
          </p:nvPr>
        </p:nvSpPr>
        <p:spPr>
          <a:xfrm>
            <a:off x="3884760" y="8685360"/>
            <a:ext cx="2969280" cy="456120"/>
          </a:xfrm>
          <a:prstGeom prst="rect">
            <a:avLst/>
          </a:prstGeom>
          <a:noFill/>
          <a:ln w="0">
            <a:noFill/>
          </a:ln>
        </p:spPr>
        <p:txBody>
          <a:bodyPr lIns="0" tIns="0" rIns="0" bIns="0" anchor="b">
            <a:noAutofit/>
          </a:bodyPr>
          <a:lstStyle/>
          <a:p>
            <a:pPr algn="r">
              <a:lnSpc>
                <a:spcPct val="100000"/>
              </a:lnSpc>
            </a:pPr>
            <a:fld id="{9669A908-0F06-4E47-960C-06257B12840D}" type="slidenum">
              <a:rPr lang="es-AR" sz="1200" b="0" strike="noStrike" spc="-1">
                <a:solidFill>
                  <a:srgbClr val="000000"/>
                </a:solidFill>
                <a:latin typeface="+mn-lt"/>
                <a:ea typeface="+mn-ea"/>
              </a:rPr>
              <a:pPr algn="r">
                <a:lnSpc>
                  <a:spcPct val="100000"/>
                </a:lnSpc>
              </a:pPr>
              <a:t>32</a:t>
            </a:fld>
            <a:endParaRPr lang="es-AR" sz="1200" b="0" strike="noStrike" spc="-1">
              <a:latin typeface="Times New Roman"/>
            </a:endParaRPr>
          </a:p>
        </p:txBody>
      </p:sp>
    </p:spTree>
    <p:extLst>
      <p:ext uri="{BB962C8B-B14F-4D97-AF65-F5344CB8AC3E}">
        <p14:creationId xmlns:p14="http://schemas.microsoft.com/office/powerpoint/2010/main" val="34236072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3" name="PlaceHolder 2"/>
          <p:cNvSpPr>
            <a:spLocks noGrp="1"/>
          </p:cNvSpPr>
          <p:nvPr>
            <p:ph type="subTitle"/>
          </p:nvPr>
        </p:nvSpPr>
        <p:spPr>
          <a:xfrm>
            <a:off x="457200" y="1604520"/>
            <a:ext cx="8229240" cy="3977280"/>
          </a:xfrm>
          <a:prstGeom prst="rect">
            <a:avLst/>
          </a:prstGeom>
          <a:noFill/>
          <a:ln w="0">
            <a:noFill/>
          </a:ln>
        </p:spPr>
        <p:txBody>
          <a:bodyPr lIns="0" tIns="0" rIns="0" bIns="0" anchor="ctr">
            <a:noAutofit/>
          </a:bodyPr>
          <a:lstStyle/>
          <a:p>
            <a:pPr algn="ctr"/>
            <a:endParaRPr lang="es-AR"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5" name="PlaceHolder 2"/>
          <p:cNvSpPr>
            <a:spLocks noGrp="1"/>
          </p:cNvSpPr>
          <p:nvPr>
            <p:ph/>
          </p:nvPr>
        </p:nvSpPr>
        <p:spPr>
          <a:xfrm>
            <a:off x="457200" y="1604520"/>
            <a:ext cx="8229240" cy="397728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7"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s-AR" sz="3200" b="0" strike="noStrike" spc="-1">
              <a:latin typeface="Arial"/>
            </a:endParaRPr>
          </a:p>
        </p:txBody>
      </p:sp>
      <p:sp>
        <p:nvSpPr>
          <p:cNvPr id="8"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457200" y="273600"/>
            <a:ext cx="8229240" cy="5307840"/>
          </a:xfrm>
          <a:prstGeom prst="rect">
            <a:avLst/>
          </a:prstGeom>
          <a:noFill/>
          <a:ln w="0">
            <a:noFill/>
          </a:ln>
        </p:spPr>
        <p:txBody>
          <a:bodyPr lIns="0" tIns="0" rIns="0" bIns="0" anchor="ctr">
            <a:noAutofit/>
          </a:bodyPr>
          <a:lstStyle/>
          <a:p>
            <a:pPr algn="ctr"/>
            <a:endParaRPr lang="es-AR"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12"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13"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s-AR" sz="3200" b="0" strike="noStrike" spc="-1">
              <a:latin typeface="Arial"/>
            </a:endParaRPr>
          </a:p>
        </p:txBody>
      </p:sp>
      <p:sp>
        <p:nvSpPr>
          <p:cNvPr id="14"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16"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s-AR" sz="3200" b="0" strike="noStrike" spc="-1">
              <a:latin typeface="Arial"/>
            </a:endParaRPr>
          </a:p>
        </p:txBody>
      </p:sp>
      <p:sp>
        <p:nvSpPr>
          <p:cNvPr id="17"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18" name="PlaceHolder 4"/>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20"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21"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22" name="PlaceHolder 4"/>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24" name="PlaceHolder 2"/>
          <p:cNvSpPr>
            <a:spLocks noGrp="1"/>
          </p:cNvSpPr>
          <p:nvPr>
            <p:ph/>
          </p:nvPr>
        </p:nvSpPr>
        <p:spPr>
          <a:xfrm>
            <a:off x="457200" y="1604520"/>
            <a:ext cx="822924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25" name="PlaceHolder 3"/>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27"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28"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29"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30" name="PlaceHolder 5"/>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32" name="PlaceHolder 2"/>
          <p:cNvSpPr>
            <a:spLocks noGrp="1"/>
          </p:cNvSpPr>
          <p:nvPr>
            <p:ph/>
          </p:nvPr>
        </p:nvSpPr>
        <p:spPr>
          <a:xfrm>
            <a:off x="457200" y="160452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33" name="PlaceHolder 3"/>
          <p:cNvSpPr>
            <a:spLocks noGrp="1"/>
          </p:cNvSpPr>
          <p:nvPr>
            <p:ph/>
          </p:nvPr>
        </p:nvSpPr>
        <p:spPr>
          <a:xfrm>
            <a:off x="3239640" y="160452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34" name="PlaceHolder 4"/>
          <p:cNvSpPr>
            <a:spLocks noGrp="1"/>
          </p:cNvSpPr>
          <p:nvPr>
            <p:ph/>
          </p:nvPr>
        </p:nvSpPr>
        <p:spPr>
          <a:xfrm>
            <a:off x="6022080" y="160452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35" name="PlaceHolder 5"/>
          <p:cNvSpPr>
            <a:spLocks noGrp="1"/>
          </p:cNvSpPr>
          <p:nvPr>
            <p:ph/>
          </p:nvPr>
        </p:nvSpPr>
        <p:spPr>
          <a:xfrm>
            <a:off x="457200" y="368208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36" name="PlaceHolder 6"/>
          <p:cNvSpPr>
            <a:spLocks noGrp="1"/>
          </p:cNvSpPr>
          <p:nvPr>
            <p:ph/>
          </p:nvPr>
        </p:nvSpPr>
        <p:spPr>
          <a:xfrm>
            <a:off x="3239640" y="368208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37" name="PlaceHolder 7"/>
          <p:cNvSpPr>
            <a:spLocks noGrp="1"/>
          </p:cNvSpPr>
          <p:nvPr>
            <p:ph/>
          </p:nvPr>
        </p:nvSpPr>
        <p:spPr>
          <a:xfrm>
            <a:off x="6022080" y="368208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41" name="PlaceHolder 2"/>
          <p:cNvSpPr>
            <a:spLocks noGrp="1"/>
          </p:cNvSpPr>
          <p:nvPr>
            <p:ph type="subTitle"/>
          </p:nvPr>
        </p:nvSpPr>
        <p:spPr>
          <a:xfrm>
            <a:off x="457200" y="1604520"/>
            <a:ext cx="8229240" cy="3977280"/>
          </a:xfrm>
          <a:prstGeom prst="rect">
            <a:avLst/>
          </a:prstGeom>
          <a:noFill/>
          <a:ln w="0">
            <a:noFill/>
          </a:ln>
        </p:spPr>
        <p:txBody>
          <a:bodyPr lIns="0" tIns="0" rIns="0" bIns="0" anchor="ctr">
            <a:noAutofit/>
          </a:bodyPr>
          <a:lstStyle/>
          <a:p>
            <a:pPr algn="ctr"/>
            <a:endParaRPr lang="es-AR"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43" name="PlaceHolder 2"/>
          <p:cNvSpPr>
            <a:spLocks noGrp="1"/>
          </p:cNvSpPr>
          <p:nvPr>
            <p:ph/>
          </p:nvPr>
        </p:nvSpPr>
        <p:spPr>
          <a:xfrm>
            <a:off x="457200" y="1604520"/>
            <a:ext cx="8229240" cy="397728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45"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s-AR" sz="3200" b="0" strike="noStrike" spc="-1">
              <a:latin typeface="Arial"/>
            </a:endParaRPr>
          </a:p>
        </p:txBody>
      </p:sp>
      <p:sp>
        <p:nvSpPr>
          <p:cNvPr id="46"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47"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48" name="PlaceHolder 1"/>
          <p:cNvSpPr>
            <a:spLocks noGrp="1"/>
          </p:cNvSpPr>
          <p:nvPr>
            <p:ph type="subTitle"/>
          </p:nvPr>
        </p:nvSpPr>
        <p:spPr>
          <a:xfrm>
            <a:off x="457200" y="273600"/>
            <a:ext cx="8229240" cy="5307840"/>
          </a:xfrm>
          <a:prstGeom prst="rect">
            <a:avLst/>
          </a:prstGeom>
          <a:noFill/>
          <a:ln w="0">
            <a:noFill/>
          </a:ln>
        </p:spPr>
        <p:txBody>
          <a:bodyPr lIns="0" tIns="0" rIns="0" bIns="0" anchor="ctr">
            <a:noAutofit/>
          </a:bodyPr>
          <a:lstStyle/>
          <a:p>
            <a:pPr algn="ctr"/>
            <a:endParaRPr lang="es-AR"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50"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51"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s-AR" sz="3200" b="0" strike="noStrike" spc="-1">
              <a:latin typeface="Arial"/>
            </a:endParaRPr>
          </a:p>
        </p:txBody>
      </p:sp>
      <p:sp>
        <p:nvSpPr>
          <p:cNvPr id="52"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53"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54"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s-AR" sz="3200" b="0" strike="noStrike" spc="-1">
              <a:latin typeface="Arial"/>
            </a:endParaRPr>
          </a:p>
        </p:txBody>
      </p:sp>
      <p:sp>
        <p:nvSpPr>
          <p:cNvPr id="55"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56" name="PlaceHolder 4"/>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57"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58"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59"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60" name="PlaceHolder 4"/>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62" name="PlaceHolder 2"/>
          <p:cNvSpPr>
            <a:spLocks noGrp="1"/>
          </p:cNvSpPr>
          <p:nvPr>
            <p:ph/>
          </p:nvPr>
        </p:nvSpPr>
        <p:spPr>
          <a:xfrm>
            <a:off x="457200" y="1604520"/>
            <a:ext cx="822924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63" name="PlaceHolder 3"/>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65"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66"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67"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68" name="PlaceHolder 5"/>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70" name="PlaceHolder 2"/>
          <p:cNvSpPr>
            <a:spLocks noGrp="1"/>
          </p:cNvSpPr>
          <p:nvPr>
            <p:ph/>
          </p:nvPr>
        </p:nvSpPr>
        <p:spPr>
          <a:xfrm>
            <a:off x="457200" y="160452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71" name="PlaceHolder 3"/>
          <p:cNvSpPr>
            <a:spLocks noGrp="1"/>
          </p:cNvSpPr>
          <p:nvPr>
            <p:ph/>
          </p:nvPr>
        </p:nvSpPr>
        <p:spPr>
          <a:xfrm>
            <a:off x="3239640" y="160452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72" name="PlaceHolder 4"/>
          <p:cNvSpPr>
            <a:spLocks noGrp="1"/>
          </p:cNvSpPr>
          <p:nvPr>
            <p:ph/>
          </p:nvPr>
        </p:nvSpPr>
        <p:spPr>
          <a:xfrm>
            <a:off x="6022080" y="160452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73" name="PlaceHolder 5"/>
          <p:cNvSpPr>
            <a:spLocks noGrp="1"/>
          </p:cNvSpPr>
          <p:nvPr>
            <p:ph/>
          </p:nvPr>
        </p:nvSpPr>
        <p:spPr>
          <a:xfrm>
            <a:off x="457200" y="368208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74" name="PlaceHolder 6"/>
          <p:cNvSpPr>
            <a:spLocks noGrp="1"/>
          </p:cNvSpPr>
          <p:nvPr>
            <p:ph/>
          </p:nvPr>
        </p:nvSpPr>
        <p:spPr>
          <a:xfrm>
            <a:off x="3239640" y="368208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75" name="PlaceHolder 7"/>
          <p:cNvSpPr>
            <a:spLocks noGrp="1"/>
          </p:cNvSpPr>
          <p:nvPr>
            <p:ph/>
          </p:nvPr>
        </p:nvSpPr>
        <p:spPr>
          <a:xfrm>
            <a:off x="6022080" y="368208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78"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79" name="PlaceHolder 2"/>
          <p:cNvSpPr>
            <a:spLocks noGrp="1"/>
          </p:cNvSpPr>
          <p:nvPr>
            <p:ph type="subTitle"/>
          </p:nvPr>
        </p:nvSpPr>
        <p:spPr>
          <a:xfrm>
            <a:off x="457200" y="1604520"/>
            <a:ext cx="8229240" cy="3977280"/>
          </a:xfrm>
          <a:prstGeom prst="rect">
            <a:avLst/>
          </a:prstGeom>
          <a:noFill/>
          <a:ln w="0">
            <a:noFill/>
          </a:ln>
        </p:spPr>
        <p:txBody>
          <a:bodyPr lIns="0" tIns="0" rIns="0" bIns="0" anchor="ctr">
            <a:noAutofit/>
          </a:bodyPr>
          <a:lstStyle/>
          <a:p>
            <a:pPr algn="ctr"/>
            <a:endParaRPr lang="es-AR" sz="3200" b="0" strike="noStrike" spc="-1">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0"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81" name="PlaceHolder 2"/>
          <p:cNvSpPr>
            <a:spLocks noGrp="1"/>
          </p:cNvSpPr>
          <p:nvPr>
            <p:ph/>
          </p:nvPr>
        </p:nvSpPr>
        <p:spPr>
          <a:xfrm>
            <a:off x="457200" y="1604520"/>
            <a:ext cx="8229240" cy="397728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83"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s-AR" sz="3200" b="0" strike="noStrike" spc="-1">
              <a:latin typeface="Arial"/>
            </a:endParaRPr>
          </a:p>
        </p:txBody>
      </p:sp>
      <p:sp>
        <p:nvSpPr>
          <p:cNvPr id="84"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86" name="PlaceHolder 1"/>
          <p:cNvSpPr>
            <a:spLocks noGrp="1"/>
          </p:cNvSpPr>
          <p:nvPr>
            <p:ph type="subTitle"/>
          </p:nvPr>
        </p:nvSpPr>
        <p:spPr>
          <a:xfrm>
            <a:off x="457200" y="273600"/>
            <a:ext cx="8229240" cy="5307840"/>
          </a:xfrm>
          <a:prstGeom prst="rect">
            <a:avLst/>
          </a:prstGeom>
          <a:noFill/>
          <a:ln w="0">
            <a:noFill/>
          </a:ln>
        </p:spPr>
        <p:txBody>
          <a:bodyPr lIns="0" tIns="0" rIns="0" bIns="0" anchor="ctr">
            <a:noAutofit/>
          </a:bodyPr>
          <a:lstStyle/>
          <a:p>
            <a:pPr algn="ctr"/>
            <a:endParaRPr lang="es-AR" sz="3200" b="0" strike="noStrike" spc="-1">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87"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88"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89"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s-AR" sz="3200" b="0" strike="noStrike" spc="-1">
              <a:latin typeface="Arial"/>
            </a:endParaRPr>
          </a:p>
        </p:txBody>
      </p:sp>
      <p:sp>
        <p:nvSpPr>
          <p:cNvPr id="90"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92"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s-AR" sz="3200" b="0" strike="noStrike" spc="-1">
              <a:latin typeface="Arial"/>
            </a:endParaRPr>
          </a:p>
        </p:txBody>
      </p:sp>
      <p:sp>
        <p:nvSpPr>
          <p:cNvPr id="93"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94" name="PlaceHolder 4"/>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9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96"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97"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98" name="PlaceHolder 4"/>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100" name="PlaceHolder 2"/>
          <p:cNvSpPr>
            <a:spLocks noGrp="1"/>
          </p:cNvSpPr>
          <p:nvPr>
            <p:ph/>
          </p:nvPr>
        </p:nvSpPr>
        <p:spPr>
          <a:xfrm>
            <a:off x="457200" y="1604520"/>
            <a:ext cx="822924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101" name="PlaceHolder 3"/>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0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103"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104"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105"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106" name="PlaceHolder 5"/>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07"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endParaRPr lang="es-AR" sz="4400" b="0" strike="noStrike" spc="-1">
              <a:latin typeface="Arial"/>
            </a:endParaRPr>
          </a:p>
        </p:txBody>
      </p:sp>
      <p:sp>
        <p:nvSpPr>
          <p:cNvPr id="108" name="PlaceHolder 2"/>
          <p:cNvSpPr>
            <a:spLocks noGrp="1"/>
          </p:cNvSpPr>
          <p:nvPr>
            <p:ph/>
          </p:nvPr>
        </p:nvSpPr>
        <p:spPr>
          <a:xfrm>
            <a:off x="457200" y="160452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109" name="PlaceHolder 3"/>
          <p:cNvSpPr>
            <a:spLocks noGrp="1"/>
          </p:cNvSpPr>
          <p:nvPr>
            <p:ph/>
          </p:nvPr>
        </p:nvSpPr>
        <p:spPr>
          <a:xfrm>
            <a:off x="3239640" y="160452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110" name="PlaceHolder 4"/>
          <p:cNvSpPr>
            <a:spLocks noGrp="1"/>
          </p:cNvSpPr>
          <p:nvPr>
            <p:ph/>
          </p:nvPr>
        </p:nvSpPr>
        <p:spPr>
          <a:xfrm>
            <a:off x="6022080" y="160452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111" name="PlaceHolder 5"/>
          <p:cNvSpPr>
            <a:spLocks noGrp="1"/>
          </p:cNvSpPr>
          <p:nvPr>
            <p:ph/>
          </p:nvPr>
        </p:nvSpPr>
        <p:spPr>
          <a:xfrm>
            <a:off x="457200" y="368208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112" name="PlaceHolder 6"/>
          <p:cNvSpPr>
            <a:spLocks noGrp="1"/>
          </p:cNvSpPr>
          <p:nvPr>
            <p:ph/>
          </p:nvPr>
        </p:nvSpPr>
        <p:spPr>
          <a:xfrm>
            <a:off x="3239640" y="368208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
        <p:nvSpPr>
          <p:cNvPr id="113" name="PlaceHolder 7"/>
          <p:cNvSpPr>
            <a:spLocks noGrp="1"/>
          </p:cNvSpPr>
          <p:nvPr>
            <p:ph/>
          </p:nvPr>
        </p:nvSpPr>
        <p:spPr>
          <a:xfrm>
            <a:off x="6022080" y="3682080"/>
            <a:ext cx="2649600" cy="1896840"/>
          </a:xfrm>
          <a:prstGeom prst="rect">
            <a:avLst/>
          </a:prstGeom>
          <a:noFill/>
          <a:ln w="0">
            <a:noFill/>
          </a:ln>
        </p:spPr>
        <p:txBody>
          <a:bodyPr lIns="0" tIns="0" rIns="0" bIns="0" anchor="t">
            <a:normAutofit/>
          </a:bodyPr>
          <a:lstStyle/>
          <a:p>
            <a:endParaRPr lang="es-AR" sz="3200" b="0" strike="noStrike" spc="-1">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r>
              <a:rPr lang="es-AR" sz="4400" b="0" strike="noStrike" spc="-1">
                <a:latin typeface="Arial"/>
              </a:rPr>
              <a:t>Pulse para editar el formato del texto de título</a:t>
            </a:r>
          </a:p>
        </p:txBody>
      </p:sp>
      <p:sp>
        <p:nvSpPr>
          <p:cNvPr id="3"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AR" sz="3200" b="0" strike="noStrike" spc="-1">
                <a:latin typeface="Arial"/>
              </a:rPr>
              <a:t>Pulse para editar el formato de texto del esquema</a:t>
            </a:r>
          </a:p>
          <a:p>
            <a:pPr marL="864000" lvl="1" indent="-324000">
              <a:spcBef>
                <a:spcPts val="1134"/>
              </a:spcBef>
              <a:buClr>
                <a:srgbClr val="000000"/>
              </a:buClr>
              <a:buSzPct val="75000"/>
              <a:buFont typeface="Symbol" charset="2"/>
              <a:buChar char=""/>
            </a:pPr>
            <a:r>
              <a:rPr lang="es-AR" sz="2800" b="0" strike="noStrike" spc="-1">
                <a:latin typeface="Arial"/>
              </a:rPr>
              <a:t>Segundo nivel del esquema</a:t>
            </a:r>
          </a:p>
          <a:p>
            <a:pPr marL="1296000" lvl="2" indent="-288000">
              <a:spcBef>
                <a:spcPts val="850"/>
              </a:spcBef>
              <a:buClr>
                <a:srgbClr val="000000"/>
              </a:buClr>
              <a:buSzPct val="45000"/>
              <a:buFont typeface="Wingdings" charset="2"/>
              <a:buChar char=""/>
            </a:pPr>
            <a:r>
              <a:rPr lang="es-AR" sz="2400" b="0" strike="noStrike" spc="-1">
                <a:latin typeface="Arial"/>
              </a:rPr>
              <a:t>Tercer nivel del esquema</a:t>
            </a:r>
          </a:p>
          <a:p>
            <a:pPr marL="1728000" lvl="3" indent="-216000">
              <a:spcBef>
                <a:spcPts val="567"/>
              </a:spcBef>
              <a:buClr>
                <a:srgbClr val="000000"/>
              </a:buClr>
              <a:buSzPct val="75000"/>
              <a:buFont typeface="Symbol" charset="2"/>
              <a:buChar char=""/>
            </a:pPr>
            <a:r>
              <a:rPr lang="es-AR" sz="2000" b="0" strike="noStrike" spc="-1">
                <a:latin typeface="Arial"/>
              </a:rPr>
              <a:t>Cuarto nivel del esquema</a:t>
            </a:r>
          </a:p>
          <a:p>
            <a:pPr marL="2160000" lvl="4" indent="-216000">
              <a:spcBef>
                <a:spcPts val="283"/>
              </a:spcBef>
              <a:buClr>
                <a:srgbClr val="000000"/>
              </a:buClr>
              <a:buSzPct val="45000"/>
              <a:buFont typeface="Wingdings" charset="2"/>
              <a:buChar char=""/>
            </a:pPr>
            <a:r>
              <a:rPr lang="es-AR" sz="2000" b="0" strike="noStrike" spc="-1">
                <a:latin typeface="Arial"/>
              </a:rPr>
              <a:t>Quinto nivel del esquema</a:t>
            </a:r>
          </a:p>
          <a:p>
            <a:pPr marL="2592000" lvl="5" indent="-216000">
              <a:spcBef>
                <a:spcPts val="283"/>
              </a:spcBef>
              <a:buClr>
                <a:srgbClr val="000000"/>
              </a:buClr>
              <a:buSzPct val="45000"/>
              <a:buFont typeface="Wingdings" charset="2"/>
              <a:buChar char=""/>
            </a:pPr>
            <a:r>
              <a:rPr lang="es-AR" sz="2000" b="0" strike="noStrike" spc="-1">
                <a:latin typeface="Arial"/>
              </a:rPr>
              <a:t>Sexto nivel del esquema</a:t>
            </a:r>
          </a:p>
          <a:p>
            <a:pPr marL="3024000" lvl="6" indent="-216000">
              <a:spcBef>
                <a:spcPts val="283"/>
              </a:spcBef>
              <a:buClr>
                <a:srgbClr val="000000"/>
              </a:buClr>
              <a:buSzPct val="45000"/>
              <a:buFont typeface="Wingdings" charset="2"/>
              <a:buChar char=""/>
            </a:pPr>
            <a:r>
              <a:rPr lang="es-AR" sz="2000" b="0" strike="noStrike" spc="-1">
                <a:latin typeface="Arial"/>
              </a:rPr>
              <a:t>Séptimo nivel del esquema</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p:bodyStyle/>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r>
              <a:rPr lang="es-AR" sz="4400" b="0" strike="noStrike" spc="-1">
                <a:latin typeface="Arial"/>
              </a:rPr>
              <a:t>Pulse para editar el formato del texto de título</a:t>
            </a:r>
          </a:p>
        </p:txBody>
      </p:sp>
      <p:sp>
        <p:nvSpPr>
          <p:cNvPr id="39"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AR" sz="3200" b="0" strike="noStrike" spc="-1">
                <a:latin typeface="Arial"/>
              </a:rPr>
              <a:t>Pulse para editar el formato de texto del esquema</a:t>
            </a:r>
          </a:p>
          <a:p>
            <a:pPr marL="864000" lvl="1" indent="-324000">
              <a:spcBef>
                <a:spcPts val="1134"/>
              </a:spcBef>
              <a:buClr>
                <a:srgbClr val="000000"/>
              </a:buClr>
              <a:buSzPct val="75000"/>
              <a:buFont typeface="Symbol" charset="2"/>
              <a:buChar char=""/>
            </a:pPr>
            <a:r>
              <a:rPr lang="es-AR" sz="2800" b="0" strike="noStrike" spc="-1">
                <a:latin typeface="Arial"/>
              </a:rPr>
              <a:t>Segundo nivel del esquema</a:t>
            </a:r>
          </a:p>
          <a:p>
            <a:pPr marL="1296000" lvl="2" indent="-288000">
              <a:spcBef>
                <a:spcPts val="850"/>
              </a:spcBef>
              <a:buClr>
                <a:srgbClr val="000000"/>
              </a:buClr>
              <a:buSzPct val="45000"/>
              <a:buFont typeface="Wingdings" charset="2"/>
              <a:buChar char=""/>
            </a:pPr>
            <a:r>
              <a:rPr lang="es-AR" sz="2400" b="0" strike="noStrike" spc="-1">
                <a:latin typeface="Arial"/>
              </a:rPr>
              <a:t>Tercer nivel del esquema</a:t>
            </a:r>
          </a:p>
          <a:p>
            <a:pPr marL="1728000" lvl="3" indent="-216000">
              <a:spcBef>
                <a:spcPts val="567"/>
              </a:spcBef>
              <a:buClr>
                <a:srgbClr val="000000"/>
              </a:buClr>
              <a:buSzPct val="75000"/>
              <a:buFont typeface="Symbol" charset="2"/>
              <a:buChar char=""/>
            </a:pPr>
            <a:r>
              <a:rPr lang="es-AR" sz="2000" b="0" strike="noStrike" spc="-1">
                <a:latin typeface="Arial"/>
              </a:rPr>
              <a:t>Cuarto nivel del esquema</a:t>
            </a:r>
          </a:p>
          <a:p>
            <a:pPr marL="2160000" lvl="4" indent="-216000">
              <a:spcBef>
                <a:spcPts val="283"/>
              </a:spcBef>
              <a:buClr>
                <a:srgbClr val="000000"/>
              </a:buClr>
              <a:buSzPct val="45000"/>
              <a:buFont typeface="Wingdings" charset="2"/>
              <a:buChar char=""/>
            </a:pPr>
            <a:r>
              <a:rPr lang="es-AR" sz="2000" b="0" strike="noStrike" spc="-1">
                <a:latin typeface="Arial"/>
              </a:rPr>
              <a:t>Quinto nivel del esquema</a:t>
            </a:r>
          </a:p>
          <a:p>
            <a:pPr marL="2592000" lvl="5" indent="-216000">
              <a:spcBef>
                <a:spcPts val="283"/>
              </a:spcBef>
              <a:buClr>
                <a:srgbClr val="000000"/>
              </a:buClr>
              <a:buSzPct val="45000"/>
              <a:buFont typeface="Wingdings" charset="2"/>
              <a:buChar char=""/>
            </a:pPr>
            <a:r>
              <a:rPr lang="es-AR" sz="2000" b="0" strike="noStrike" spc="-1">
                <a:latin typeface="Arial"/>
              </a:rPr>
              <a:t>Sexto nivel del esquema</a:t>
            </a:r>
          </a:p>
          <a:p>
            <a:pPr marL="3024000" lvl="6" indent="-216000">
              <a:spcBef>
                <a:spcPts val="283"/>
              </a:spcBef>
              <a:buClr>
                <a:srgbClr val="000000"/>
              </a:buClr>
              <a:buSzPct val="45000"/>
              <a:buFont typeface="Wingdings" charset="2"/>
              <a:buChar char=""/>
            </a:pPr>
            <a:r>
              <a:rPr lang="es-AR" sz="2000" b="0" strike="noStrike" spc="-1">
                <a:latin typeface="Arial"/>
              </a:rPr>
              <a:t>Séptimo nivel del esquema</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p:bodyStyle/>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r>
              <a:rPr lang="es-AR" sz="4400" b="0" strike="noStrike" spc="-1">
                <a:latin typeface="Arial"/>
              </a:rPr>
              <a:t>Pulse para editar el formato del texto de título</a:t>
            </a:r>
          </a:p>
        </p:txBody>
      </p:sp>
      <p:sp>
        <p:nvSpPr>
          <p:cNvPr id="77"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AR" sz="3200" b="0" strike="noStrike" spc="-1">
                <a:latin typeface="Arial"/>
              </a:rPr>
              <a:t>Pulse para editar el formato de texto del esquema</a:t>
            </a:r>
          </a:p>
          <a:p>
            <a:pPr marL="864000" lvl="1" indent="-324000">
              <a:spcBef>
                <a:spcPts val="1134"/>
              </a:spcBef>
              <a:buClr>
                <a:srgbClr val="000000"/>
              </a:buClr>
              <a:buSzPct val="75000"/>
              <a:buFont typeface="Symbol" charset="2"/>
              <a:buChar char=""/>
            </a:pPr>
            <a:r>
              <a:rPr lang="es-AR" sz="2800" b="0" strike="noStrike" spc="-1">
                <a:latin typeface="Arial"/>
              </a:rPr>
              <a:t>Segundo nivel del esquema</a:t>
            </a:r>
          </a:p>
          <a:p>
            <a:pPr marL="1296000" lvl="2" indent="-288000">
              <a:spcBef>
                <a:spcPts val="850"/>
              </a:spcBef>
              <a:buClr>
                <a:srgbClr val="000000"/>
              </a:buClr>
              <a:buSzPct val="45000"/>
              <a:buFont typeface="Wingdings" charset="2"/>
              <a:buChar char=""/>
            </a:pPr>
            <a:r>
              <a:rPr lang="es-AR" sz="2400" b="0" strike="noStrike" spc="-1">
                <a:latin typeface="Arial"/>
              </a:rPr>
              <a:t>Tercer nivel del esquema</a:t>
            </a:r>
          </a:p>
          <a:p>
            <a:pPr marL="1728000" lvl="3" indent="-216000">
              <a:spcBef>
                <a:spcPts val="567"/>
              </a:spcBef>
              <a:buClr>
                <a:srgbClr val="000000"/>
              </a:buClr>
              <a:buSzPct val="75000"/>
              <a:buFont typeface="Symbol" charset="2"/>
              <a:buChar char=""/>
            </a:pPr>
            <a:r>
              <a:rPr lang="es-AR" sz="2000" b="0" strike="noStrike" spc="-1">
                <a:latin typeface="Arial"/>
              </a:rPr>
              <a:t>Cuarto nivel del esquema</a:t>
            </a:r>
          </a:p>
          <a:p>
            <a:pPr marL="2160000" lvl="4" indent="-216000">
              <a:spcBef>
                <a:spcPts val="283"/>
              </a:spcBef>
              <a:buClr>
                <a:srgbClr val="000000"/>
              </a:buClr>
              <a:buSzPct val="45000"/>
              <a:buFont typeface="Wingdings" charset="2"/>
              <a:buChar char=""/>
            </a:pPr>
            <a:r>
              <a:rPr lang="es-AR" sz="2000" b="0" strike="noStrike" spc="-1">
                <a:latin typeface="Arial"/>
              </a:rPr>
              <a:t>Quinto nivel del esquema</a:t>
            </a:r>
          </a:p>
          <a:p>
            <a:pPr marL="2592000" lvl="5" indent="-216000">
              <a:spcBef>
                <a:spcPts val="283"/>
              </a:spcBef>
              <a:buClr>
                <a:srgbClr val="000000"/>
              </a:buClr>
              <a:buSzPct val="45000"/>
              <a:buFont typeface="Wingdings" charset="2"/>
              <a:buChar char=""/>
            </a:pPr>
            <a:r>
              <a:rPr lang="es-AR" sz="2000" b="0" strike="noStrike" spc="-1">
                <a:latin typeface="Arial"/>
              </a:rPr>
              <a:t>Sexto nivel del esquema</a:t>
            </a:r>
          </a:p>
          <a:p>
            <a:pPr marL="3024000" lvl="6" indent="-216000">
              <a:spcBef>
                <a:spcPts val="283"/>
              </a:spcBef>
              <a:buClr>
                <a:srgbClr val="000000"/>
              </a:buClr>
              <a:buSzPct val="45000"/>
              <a:buFont typeface="Wingdings" charset="2"/>
              <a:buChar char=""/>
            </a:pPr>
            <a:r>
              <a:rPr lang="es-AR" sz="2000" b="0" strike="noStrike" spc="-1">
                <a:latin typeface="Arial"/>
              </a:rPr>
              <a:t>Séptimo nivel del esquema</a:t>
            </a: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p:bodyStyle/>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2.jpeg"/><Relationship Id="rId7" Type="http://schemas.openxmlformats.org/officeDocument/2006/relationships/diagramQuickStyle" Target="../diagrams/quickStyle1.xml"/><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diagramLayout" Target="../diagrams/layout1.xml"/><Relationship Id="rId5" Type="http://schemas.openxmlformats.org/officeDocument/2006/relationships/diagramData" Target="../diagrams/data1.xml"/><Relationship Id="rId4" Type="http://schemas.openxmlformats.org/officeDocument/2006/relationships/image" Target="../media/image3.png"/><Relationship Id="rId9" Type="http://schemas.microsoft.com/office/2007/relationships/diagramDrawing" Target="../diagrams/drawing1.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13.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3.xml"/><Relationship Id="rId5" Type="http://schemas.openxmlformats.org/officeDocument/2006/relationships/image" Target="../media/image6.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xml"/><Relationship Id="rId1" Type="http://schemas.openxmlformats.org/officeDocument/2006/relationships/slideLayout" Target="../slideLayouts/slideLayout13.xml"/><Relationship Id="rId5" Type="http://schemas.openxmlformats.org/officeDocument/2006/relationships/image" Target="../media/image9.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13.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xml"/><Relationship Id="rId1" Type="http://schemas.openxmlformats.org/officeDocument/2006/relationships/slideLayout" Target="../slideLayouts/slideLayout13.xml"/><Relationship Id="rId5" Type="http://schemas.openxmlformats.org/officeDocument/2006/relationships/image" Target="../media/image1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1.xml"/><Relationship Id="rId1" Type="http://schemas.openxmlformats.org/officeDocument/2006/relationships/slideLayout" Target="../slideLayouts/slideLayout13.xml"/><Relationship Id="rId5" Type="http://schemas.openxmlformats.org/officeDocument/2006/relationships/image" Target="../media/image13.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xml"/><Relationship Id="rId1" Type="http://schemas.openxmlformats.org/officeDocument/2006/relationships/slideLayout" Target="../slideLayouts/slideLayout13.xml"/><Relationship Id="rId5" Type="http://schemas.openxmlformats.org/officeDocument/2006/relationships/image" Target="../media/image1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xml"/><Relationship Id="rId1" Type="http://schemas.openxmlformats.org/officeDocument/2006/relationships/slideLayout" Target="../slideLayouts/slideLayout13.xml"/><Relationship Id="rId5" Type="http://schemas.openxmlformats.org/officeDocument/2006/relationships/image" Target="../media/image15.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4.xml"/><Relationship Id="rId1" Type="http://schemas.openxmlformats.org/officeDocument/2006/relationships/slideLayout" Target="../slideLayouts/slideLayout13.xml"/><Relationship Id="rId5" Type="http://schemas.openxmlformats.org/officeDocument/2006/relationships/image" Target="../media/image16.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6.xml"/><Relationship Id="rId1" Type="http://schemas.openxmlformats.org/officeDocument/2006/relationships/slideLayout" Target="../slideLayouts/slideLayout13.xml"/><Relationship Id="rId5" Type="http://schemas.openxmlformats.org/officeDocument/2006/relationships/image" Target="../media/image17.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7.xml"/><Relationship Id="rId1" Type="http://schemas.openxmlformats.org/officeDocument/2006/relationships/slideLayout" Target="../slideLayouts/slideLayout13.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8.xml"/><Relationship Id="rId1" Type="http://schemas.openxmlformats.org/officeDocument/2006/relationships/slideLayout" Target="../slideLayouts/slideLayout13.xml"/><Relationship Id="rId5" Type="http://schemas.openxmlformats.org/officeDocument/2006/relationships/image" Target="../media/image18.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9.xml"/><Relationship Id="rId1" Type="http://schemas.openxmlformats.org/officeDocument/2006/relationships/slideLayout" Target="../slideLayouts/slideLayout13.xml"/><Relationship Id="rId5" Type="http://schemas.openxmlformats.org/officeDocument/2006/relationships/image" Target="../media/image19.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0.xml"/><Relationship Id="rId1" Type="http://schemas.openxmlformats.org/officeDocument/2006/relationships/slideLayout" Target="../slideLayouts/slideLayout13.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1.xml"/><Relationship Id="rId1" Type="http://schemas.openxmlformats.org/officeDocument/2006/relationships/slideLayout" Target="../slideLayouts/slideLayout13.xml"/><Relationship Id="rId5" Type="http://schemas.openxmlformats.org/officeDocument/2006/relationships/image" Target="../media/image20.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2.xml"/><Relationship Id="rId1" Type="http://schemas.openxmlformats.org/officeDocument/2006/relationships/slideLayout" Target="../slideLayouts/slideLayout13.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3.xml"/><Relationship Id="rId1" Type="http://schemas.openxmlformats.org/officeDocument/2006/relationships/slideLayout" Target="../slideLayouts/slideLayout13.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13.xml"/><Relationship Id="rId1" Type="http://schemas.openxmlformats.org/officeDocument/2006/relationships/themeOverride" Target="../theme/themeOverride1.xml"/><Relationship Id="rId5" Type="http://schemas.openxmlformats.org/officeDocument/2006/relationships/image" Target="../media/image3.png"/><Relationship Id="rId4" Type="http://schemas.openxmlformats.org/officeDocument/2006/relationships/image" Target="../media/image2.jpe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3.xml"/><Relationship Id="rId1" Type="http://schemas.openxmlformats.org/officeDocument/2006/relationships/themeOverride" Target="../theme/themeOverride2.xml"/><Relationship Id="rId5" Type="http://schemas.openxmlformats.org/officeDocument/2006/relationships/image" Target="../media/image3.png"/><Relationship Id="rId4" Type="http://schemas.openxmlformats.org/officeDocument/2006/relationships/image" Target="../media/image2.jpe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13.xml"/><Relationship Id="rId1" Type="http://schemas.openxmlformats.org/officeDocument/2006/relationships/themeOverride" Target="../theme/themeOverride3.xml"/><Relationship Id="rId6" Type="http://schemas.openxmlformats.org/officeDocument/2006/relationships/image" Target="../media/image23.png"/><Relationship Id="rId5" Type="http://schemas.openxmlformats.org/officeDocument/2006/relationships/image" Target="../media/image3.png"/><Relationship Id="rId4" Type="http://schemas.openxmlformats.org/officeDocument/2006/relationships/image" Target="../media/image2.jpe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13.xml"/><Relationship Id="rId1" Type="http://schemas.openxmlformats.org/officeDocument/2006/relationships/themeOverride" Target="../theme/themeOverride4.xml"/><Relationship Id="rId6" Type="http://schemas.openxmlformats.org/officeDocument/2006/relationships/image" Target="../media/image24.png"/><Relationship Id="rId5" Type="http://schemas.openxmlformats.org/officeDocument/2006/relationships/image" Target="../media/image3.png"/><Relationship Id="rId4" Type="http://schemas.openxmlformats.org/officeDocument/2006/relationships/image" Target="../media/image2.jpe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13.xml"/><Relationship Id="rId1" Type="http://schemas.openxmlformats.org/officeDocument/2006/relationships/themeOverride" Target="../theme/themeOverride5.xml"/><Relationship Id="rId6" Type="http://schemas.openxmlformats.org/officeDocument/2006/relationships/image" Target="../media/image25.png"/><Relationship Id="rId5" Type="http://schemas.openxmlformats.org/officeDocument/2006/relationships/image" Target="../media/image3.png"/><Relationship Id="rId4" Type="http://schemas.openxmlformats.org/officeDocument/2006/relationships/image" Target="../media/image2.jpe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13.xml"/><Relationship Id="rId1" Type="http://schemas.openxmlformats.org/officeDocument/2006/relationships/themeOverride" Target="../theme/themeOverride6.xml"/><Relationship Id="rId5" Type="http://schemas.openxmlformats.org/officeDocument/2006/relationships/image" Target="../media/image3.png"/><Relationship Id="rId4" Type="http://schemas.openxmlformats.org/officeDocument/2006/relationships/image" Target="../media/image2.jpeg"/></Relationships>
</file>

<file path=ppt/slides/_rels/slide3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0.xml"/><Relationship Id="rId1" Type="http://schemas.openxmlformats.org/officeDocument/2006/relationships/slideLayout" Target="../slideLayouts/slideLayout13.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1.xml"/><Relationship Id="rId1" Type="http://schemas.openxmlformats.org/officeDocument/2006/relationships/slideLayout" Target="../slideLayouts/slideLayout13.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26.png"/><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A3E6F"/>
        </a:solidFill>
        <a:effectLst/>
      </p:bgPr>
    </p:bg>
    <p:spTree>
      <p:nvGrpSpPr>
        <p:cNvPr id="1" name=""/>
        <p:cNvGrpSpPr/>
        <p:nvPr/>
      </p:nvGrpSpPr>
      <p:grpSpPr>
        <a:xfrm>
          <a:off x="0" y="0"/>
          <a:ext cx="0" cy="0"/>
          <a:chOff x="0" y="0"/>
          <a:chExt cx="0" cy="0"/>
        </a:xfrm>
      </p:grpSpPr>
      <p:sp>
        <p:nvSpPr>
          <p:cNvPr id="120" name="PlaceHolder 1"/>
          <p:cNvSpPr>
            <a:spLocks noGrp="1"/>
          </p:cNvSpPr>
          <p:nvPr>
            <p:ph type="title"/>
          </p:nvPr>
        </p:nvSpPr>
        <p:spPr>
          <a:xfrm>
            <a:off x="457920" y="980728"/>
            <a:ext cx="7858496" cy="2088232"/>
          </a:xfrm>
          <a:prstGeom prst="rect">
            <a:avLst/>
          </a:prstGeom>
          <a:noFill/>
          <a:ln w="0">
            <a:noFill/>
          </a:ln>
        </p:spPr>
        <p:txBody>
          <a:bodyPr lIns="0" tIns="0" rIns="0" bIns="0" anchor="ctr">
            <a:noAutofit/>
          </a:bodyPr>
          <a:lstStyle/>
          <a:p>
            <a:pPr>
              <a:lnSpc>
                <a:spcPct val="100000"/>
              </a:lnSpc>
            </a:pPr>
            <a:r>
              <a:rPr lang="es-AR" sz="4400" b="0" strike="noStrike" spc="-1" dirty="0" smtClean="0">
                <a:solidFill>
                  <a:srgbClr val="FFFFFF"/>
                </a:solidFill>
                <a:latin typeface="Alfabet ExtraBold"/>
              </a:rPr>
              <a:t>Devolución de Subvenciones Docentes</a:t>
            </a:r>
            <a:endParaRPr lang="es-AR" sz="4400" b="0" strike="noStrike" spc="-1" dirty="0">
              <a:latin typeface="Arial"/>
            </a:endParaRPr>
          </a:p>
        </p:txBody>
      </p:sp>
      <p:pic>
        <p:nvPicPr>
          <p:cNvPr id="121" name="120 Imagen"/>
          <p:cNvPicPr/>
          <p:nvPr/>
        </p:nvPicPr>
        <p:blipFill>
          <a:blip r:embed="rId2" cstate="print"/>
          <a:stretch/>
        </p:blipFill>
        <p:spPr>
          <a:xfrm>
            <a:off x="180000" y="5396400"/>
            <a:ext cx="8819640" cy="1443240"/>
          </a:xfrm>
          <a:prstGeom prst="rect">
            <a:avLst/>
          </a:prstGeom>
          <a:ln w="0">
            <a:noFill/>
          </a:ln>
        </p:spPr>
      </p:pic>
      <p:sp>
        <p:nvSpPr>
          <p:cNvPr id="4" name="PlaceHolder 1"/>
          <p:cNvSpPr txBox="1">
            <a:spLocks/>
          </p:cNvSpPr>
          <p:nvPr/>
        </p:nvSpPr>
        <p:spPr>
          <a:xfrm>
            <a:off x="458552" y="3429000"/>
            <a:ext cx="8217904" cy="1080120"/>
          </a:xfrm>
          <a:prstGeom prst="rect">
            <a:avLst/>
          </a:prstGeom>
          <a:noFill/>
          <a:ln w="0">
            <a:noFill/>
          </a:ln>
        </p:spPr>
        <p:txBody>
          <a:bodyPr lIns="0" tIns="0" rIns="0" bIns="0" anchor="ctr">
            <a:noAutofit/>
          </a:bodyPr>
          <a:lstStyle/>
          <a:p>
            <a:pPr algn="r"/>
            <a:r>
              <a:rPr lang="es-AR" sz="2800" kern="0" spc="-1" dirty="0" smtClean="0">
                <a:solidFill>
                  <a:srgbClr val="FFFFFF"/>
                </a:solidFill>
                <a:latin typeface="Alfabet ExtraBold"/>
              </a:rPr>
              <a:t>HITO 1</a:t>
            </a:r>
            <a:endParaRPr lang="es-AR" sz="2800" kern="0" spc="-1" dirty="0">
              <a:solidFill>
                <a:sysClr val="windowText" lastClr="000000"/>
              </a:solidFill>
              <a:latin typeface="Arial"/>
            </a:endParaRPr>
          </a:p>
        </p:txBody>
      </p:sp>
      <p:cxnSp>
        <p:nvCxnSpPr>
          <p:cNvPr id="3" name="Conector recto 2"/>
          <p:cNvCxnSpPr/>
          <p:nvPr/>
        </p:nvCxnSpPr>
        <p:spPr>
          <a:xfrm flipH="1">
            <a:off x="2843808" y="4581128"/>
            <a:ext cx="5832648" cy="0"/>
          </a:xfrm>
          <a:prstGeom prst="line">
            <a:avLst/>
          </a:prstGeom>
          <a:ln w="28575">
            <a:solidFill>
              <a:schemeClr val="bg1"/>
            </a:solidFill>
          </a:ln>
          <a:effectLst>
            <a:outerShdw blurRad="50800" dist="38100" dir="5400000" algn="t" rotWithShape="0">
              <a:schemeClr val="bg2">
                <a:alpha val="40000"/>
              </a:schemeClr>
            </a:outerShdw>
          </a:effectLst>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b="0" strike="noStrike" spc="-1" dirty="0" smtClean="0">
                  <a:solidFill>
                    <a:srgbClr val="FFFFFF"/>
                  </a:solidFill>
                  <a:latin typeface="Alfabet ExtraBold"/>
                  <a:ea typeface="Roboto Medium"/>
                </a:rPr>
                <a:t>Hitos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23" name="CuadroTexto 2"/>
          <p:cNvSpPr/>
          <p:nvPr/>
        </p:nvSpPr>
        <p:spPr>
          <a:xfrm>
            <a:off x="755576" y="980728"/>
            <a:ext cx="7992888" cy="4030419"/>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1600" b="0" strike="noStrike" spc="-1" dirty="0" smtClean="0">
                <a:solidFill>
                  <a:srgbClr val="FFFFFF"/>
                </a:solidFill>
                <a:latin typeface="Alfabet Medium"/>
                <a:ea typeface="DejaVu Sans"/>
              </a:rPr>
              <a:t>Hito 1: </a:t>
            </a:r>
          </a:p>
          <a:p>
            <a:pPr marL="342900" indent="-342900">
              <a:lnSpc>
                <a:spcPct val="100000"/>
              </a:lnSpc>
              <a:buFont typeface="Arial" panose="020B0604020202020204" pitchFamily="34" charset="0"/>
              <a:buChar char="•"/>
            </a:pPr>
            <a:r>
              <a:rPr lang="es-ES" sz="1600" b="0" strike="noStrike" spc="-1" dirty="0" smtClean="0">
                <a:solidFill>
                  <a:srgbClr val="FFFFFF"/>
                </a:solidFill>
                <a:latin typeface="Alfabet Medium"/>
                <a:ea typeface="DejaVu Sans"/>
              </a:rPr>
              <a:t>Menú</a:t>
            </a:r>
          </a:p>
          <a:p>
            <a:pPr marL="342900" indent="-342900">
              <a:lnSpc>
                <a:spcPct val="100000"/>
              </a:lnSpc>
              <a:buFont typeface="Arial" panose="020B0604020202020204" pitchFamily="34" charset="0"/>
              <a:buChar char="•"/>
            </a:pPr>
            <a:r>
              <a:rPr lang="es-ES" sz="1600" b="0" strike="noStrike" spc="-1" dirty="0" smtClean="0">
                <a:solidFill>
                  <a:srgbClr val="FFFFFF"/>
                </a:solidFill>
                <a:latin typeface="Alfabet Medium"/>
                <a:ea typeface="DejaVu Sans"/>
              </a:rPr>
              <a:t>Seguridad</a:t>
            </a:r>
          </a:p>
          <a:p>
            <a:pPr marL="342900" indent="-342900">
              <a:lnSpc>
                <a:spcPct val="100000"/>
              </a:lnSpc>
              <a:buFont typeface="Arial" panose="020B0604020202020204" pitchFamily="34" charset="0"/>
              <a:buChar char="•"/>
            </a:pPr>
            <a:r>
              <a:rPr lang="es-ES" sz="1600" spc="-1" dirty="0" smtClean="0">
                <a:solidFill>
                  <a:srgbClr val="FFFFFF"/>
                </a:solidFill>
                <a:latin typeface="Alfabet Medium"/>
                <a:ea typeface="DejaVu Sans"/>
              </a:rPr>
              <a:t>Paramétricas</a:t>
            </a:r>
          </a:p>
          <a:p>
            <a:pPr marL="342900" indent="-342900">
              <a:lnSpc>
                <a:spcPct val="100000"/>
              </a:lnSpc>
              <a:buFont typeface="Arial" panose="020B0604020202020204" pitchFamily="34" charset="0"/>
              <a:buChar char="•"/>
            </a:pPr>
            <a:r>
              <a:rPr lang="es-ES" sz="1600" spc="-1" dirty="0" smtClean="0">
                <a:solidFill>
                  <a:srgbClr val="FFFFFF"/>
                </a:solidFill>
                <a:latin typeface="Alfabet Medium"/>
                <a:ea typeface="DejaVu Sans"/>
              </a:rPr>
              <a:t>Personas / POF</a:t>
            </a:r>
          </a:p>
          <a:p>
            <a:pPr marL="342900" indent="-342900">
              <a:lnSpc>
                <a:spcPct val="100000"/>
              </a:lnSpc>
              <a:buFont typeface="Arial" panose="020B0604020202020204" pitchFamily="34" charset="0"/>
              <a:buChar char="•"/>
            </a:pPr>
            <a:r>
              <a:rPr lang="es-ES" sz="1600" b="0" strike="noStrike" spc="-1" dirty="0" smtClean="0">
                <a:solidFill>
                  <a:srgbClr val="FFFFFF"/>
                </a:solidFill>
                <a:latin typeface="Alfabet Medium"/>
                <a:ea typeface="DejaVu Sans"/>
              </a:rPr>
              <a:t>Gestión de Cabeceras</a:t>
            </a:r>
          </a:p>
          <a:p>
            <a:pPr marL="342900" indent="-342900">
              <a:lnSpc>
                <a:spcPct val="100000"/>
              </a:lnSpc>
              <a:buFont typeface="Arial" panose="020B0604020202020204" pitchFamily="34" charset="0"/>
              <a:buChar char="•"/>
            </a:pPr>
            <a:r>
              <a:rPr lang="es-ES" sz="1600" b="0" strike="noStrike" spc="-1" dirty="0" smtClean="0">
                <a:solidFill>
                  <a:srgbClr val="FFFFFF"/>
                </a:solidFill>
                <a:latin typeface="Alfabet Medium"/>
                <a:ea typeface="DejaVu Sans"/>
              </a:rPr>
              <a:t>Procesamiento de Archivos</a:t>
            </a:r>
          </a:p>
          <a:p>
            <a:pPr>
              <a:lnSpc>
                <a:spcPct val="100000"/>
              </a:lnSpc>
            </a:pPr>
            <a:endParaRPr lang="es-ES" sz="1600" b="0" strike="noStrike" spc="-1" dirty="0" smtClean="0">
              <a:solidFill>
                <a:srgbClr val="FFFFFF"/>
              </a:solidFill>
              <a:latin typeface="Alfabet Medium"/>
              <a:ea typeface="DejaVu Sans"/>
            </a:endParaRPr>
          </a:p>
          <a:p>
            <a:pPr>
              <a:lnSpc>
                <a:spcPct val="100000"/>
              </a:lnSpc>
            </a:pPr>
            <a:r>
              <a:rPr lang="es-ES" sz="1600" spc="-1" dirty="0" smtClean="0">
                <a:solidFill>
                  <a:srgbClr val="FFFFFF"/>
                </a:solidFill>
                <a:latin typeface="Alfabet Medium"/>
                <a:ea typeface="DejaVu Sans"/>
              </a:rPr>
              <a:t>Hito 2:</a:t>
            </a:r>
          </a:p>
          <a:p>
            <a:pPr marL="342900" indent="-342900">
              <a:buFont typeface="Arial" panose="020B0604020202020204" pitchFamily="34" charset="0"/>
              <a:buChar char="•"/>
            </a:pPr>
            <a:r>
              <a:rPr lang="es-ES" sz="1600" spc="-1" dirty="0">
                <a:solidFill>
                  <a:srgbClr val="FFFFFF"/>
                </a:solidFill>
                <a:latin typeface="Alfabet Medium"/>
              </a:rPr>
              <a:t>Registro de Inasistencias y Bajas</a:t>
            </a:r>
          </a:p>
          <a:p>
            <a:pPr>
              <a:lnSpc>
                <a:spcPct val="100000"/>
              </a:lnSpc>
            </a:pPr>
            <a:endParaRPr lang="es-ES" sz="1600" spc="-1" dirty="0" smtClean="0">
              <a:solidFill>
                <a:srgbClr val="FFFFFF"/>
              </a:solidFill>
              <a:latin typeface="Alfabet Medium"/>
              <a:ea typeface="DejaVu Sans"/>
            </a:endParaRPr>
          </a:p>
          <a:p>
            <a:pPr>
              <a:lnSpc>
                <a:spcPct val="100000"/>
              </a:lnSpc>
            </a:pPr>
            <a:r>
              <a:rPr lang="es-ES" sz="1600" spc="-1" dirty="0" smtClean="0">
                <a:solidFill>
                  <a:srgbClr val="FFFFFF"/>
                </a:solidFill>
                <a:latin typeface="Alfabet Medium"/>
                <a:ea typeface="DejaVu Sans"/>
              </a:rPr>
              <a:t>Hito 3:</a:t>
            </a:r>
          </a:p>
          <a:p>
            <a:pPr marL="342900" indent="-342900">
              <a:lnSpc>
                <a:spcPct val="100000"/>
              </a:lnSpc>
              <a:buFont typeface="Arial" panose="020B0604020202020204" pitchFamily="34" charset="0"/>
              <a:buChar char="•"/>
            </a:pPr>
            <a:r>
              <a:rPr lang="es-ES" sz="1600" spc="-1" dirty="0" smtClean="0">
                <a:solidFill>
                  <a:srgbClr val="FFFFFF"/>
                </a:solidFill>
                <a:latin typeface="Alfabet Medium"/>
                <a:ea typeface="DejaVu Sans"/>
              </a:rPr>
              <a:t>Cálculos de Devoluciones</a:t>
            </a:r>
          </a:p>
          <a:p>
            <a:pPr>
              <a:lnSpc>
                <a:spcPct val="100000"/>
              </a:lnSpc>
            </a:pPr>
            <a:endParaRPr lang="es-ES" sz="1600" spc="-1" dirty="0">
              <a:solidFill>
                <a:srgbClr val="FFFFFF"/>
              </a:solidFill>
              <a:latin typeface="Alfabet Medium"/>
              <a:ea typeface="DejaVu Sans"/>
            </a:endParaRPr>
          </a:p>
          <a:p>
            <a:pPr>
              <a:lnSpc>
                <a:spcPct val="100000"/>
              </a:lnSpc>
            </a:pPr>
            <a:r>
              <a:rPr lang="es-ES" sz="1600" spc="-1" dirty="0" smtClean="0">
                <a:solidFill>
                  <a:srgbClr val="FFFFFF"/>
                </a:solidFill>
                <a:latin typeface="Alfabet Medium"/>
                <a:ea typeface="DejaVu Sans"/>
              </a:rPr>
              <a:t>Hito 4:</a:t>
            </a:r>
          </a:p>
          <a:p>
            <a:pPr marL="342900" indent="-342900">
              <a:lnSpc>
                <a:spcPct val="100000"/>
              </a:lnSpc>
              <a:buFont typeface="Arial" panose="020B0604020202020204" pitchFamily="34" charset="0"/>
              <a:buChar char="•"/>
            </a:pPr>
            <a:r>
              <a:rPr lang="es-ES" sz="1600" spc="-1" dirty="0" smtClean="0">
                <a:solidFill>
                  <a:srgbClr val="FFFFFF"/>
                </a:solidFill>
                <a:latin typeface="Alfabet Medium"/>
                <a:ea typeface="DejaVu Sans"/>
              </a:rPr>
              <a:t>Reportes y Rendiciones</a:t>
            </a:r>
            <a:endParaRPr lang="es-AR" sz="1600" spc="-1" dirty="0">
              <a:solidFill>
                <a:srgbClr val="FFFFFF"/>
              </a:solidFill>
              <a:latin typeface="Alfabet Medium"/>
              <a:ea typeface="DejaVu Sans"/>
            </a:endParaRPr>
          </a:p>
        </p:txBody>
      </p:sp>
      <p:graphicFrame>
        <p:nvGraphicFramePr>
          <p:cNvPr id="10" name="Diagrama 9"/>
          <p:cNvGraphicFramePr/>
          <p:nvPr>
            <p:extLst>
              <p:ext uri="{D42A27DB-BD31-4B8C-83A1-F6EECF244321}">
                <p14:modId xmlns:p14="http://schemas.microsoft.com/office/powerpoint/2010/main" val="1815707220"/>
              </p:ext>
            </p:extLst>
          </p:nvPr>
        </p:nvGraphicFramePr>
        <p:xfrm>
          <a:off x="251520" y="4848912"/>
          <a:ext cx="8712968" cy="1172376"/>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418482057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b="0" strike="noStrike" spc="-1" dirty="0" smtClean="0">
                  <a:solidFill>
                    <a:srgbClr val="FFFFFF"/>
                  </a:solidFill>
                  <a:latin typeface="Alfabet ExtraBold"/>
                  <a:ea typeface="Roboto Medium"/>
                </a:rPr>
                <a:t>Hito 1 - Generalidades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23" name="CuadroTexto 2"/>
          <p:cNvSpPr/>
          <p:nvPr/>
        </p:nvSpPr>
        <p:spPr>
          <a:xfrm>
            <a:off x="540000" y="3149387"/>
            <a:ext cx="8208464" cy="2583869"/>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marL="342900" indent="-342900">
              <a:buFont typeface="Arial" panose="020B0604020202020204" pitchFamily="34" charset="0"/>
              <a:buChar char="•"/>
            </a:pPr>
            <a:r>
              <a:rPr lang="es-ES" spc="-1" dirty="0" smtClean="0">
                <a:solidFill>
                  <a:srgbClr val="FFFFFF"/>
                </a:solidFill>
                <a:latin typeface="Alfabet Medium"/>
                <a:ea typeface="DejaVu Sans"/>
              </a:rPr>
              <a:t>Este hito </a:t>
            </a:r>
            <a:r>
              <a:rPr lang="es-ES" spc="-1" dirty="0">
                <a:solidFill>
                  <a:srgbClr val="FFFFFF"/>
                </a:solidFill>
                <a:latin typeface="Alfabet Medium"/>
                <a:ea typeface="DejaVu Sans"/>
              </a:rPr>
              <a:t>se centra en el desarrollo y la implementación de un mecanismo que permita procesar los archivos recibidos por la Dirección General de Escuelas de Provincia y almacenarlos en estructuras de datos adecuadas. Este hito incluye varios subcomponentes esenciales para garantizar la funcionalidad y la seguridad del sistema</a:t>
            </a:r>
            <a:r>
              <a:rPr lang="es-ES" spc="-1" dirty="0" smtClean="0">
                <a:solidFill>
                  <a:srgbClr val="FFFFFF"/>
                </a:solidFill>
                <a:latin typeface="Alfabet Medium"/>
                <a:ea typeface="DejaVu Sans"/>
              </a:rPr>
              <a:t>.</a:t>
            </a:r>
          </a:p>
          <a:p>
            <a:pPr marL="342900" indent="-342900">
              <a:buFont typeface="Arial" panose="020B0604020202020204" pitchFamily="34" charset="0"/>
              <a:buChar char="•"/>
            </a:pPr>
            <a:endParaRPr lang="es-ES" spc="-1" dirty="0" smtClean="0">
              <a:solidFill>
                <a:srgbClr val="FFFFFF"/>
              </a:solidFill>
              <a:latin typeface="Alfabet Medium"/>
              <a:ea typeface="DejaVu Sans"/>
            </a:endParaRPr>
          </a:p>
          <a:p>
            <a:pPr marL="342900" indent="-342900">
              <a:buFont typeface="Arial" panose="020B0604020202020204" pitchFamily="34" charset="0"/>
              <a:buChar char="•"/>
            </a:pPr>
            <a:r>
              <a:rPr lang="es-ES" spc="-1" dirty="0" smtClean="0">
                <a:solidFill>
                  <a:srgbClr val="FFFFFF"/>
                </a:solidFill>
                <a:latin typeface="Alfabet Medium"/>
                <a:ea typeface="DejaVu Sans"/>
              </a:rPr>
              <a:t>Es el hito más importante ya que su implementación constituye el </a:t>
            </a:r>
            <a:r>
              <a:rPr lang="es-ES" spc="-1" dirty="0" err="1" smtClean="0">
                <a:solidFill>
                  <a:srgbClr val="FFFFFF"/>
                </a:solidFill>
                <a:latin typeface="Alfabet Medium"/>
                <a:ea typeface="DejaVu Sans"/>
              </a:rPr>
              <a:t>core</a:t>
            </a:r>
            <a:r>
              <a:rPr lang="es-ES" spc="-1" dirty="0" smtClean="0">
                <a:solidFill>
                  <a:srgbClr val="FFFFFF"/>
                </a:solidFill>
                <a:latin typeface="Alfabet Medium"/>
                <a:ea typeface="DejaVu Sans"/>
              </a:rPr>
              <a:t> del sistema.</a:t>
            </a:r>
            <a:endParaRPr lang="es-AR" spc="-1" dirty="0">
              <a:solidFill>
                <a:srgbClr val="FFFFFF"/>
              </a:solidFill>
              <a:latin typeface="Alfabet Medium"/>
              <a:ea typeface="DejaVu Sans"/>
            </a:endParaRPr>
          </a:p>
        </p:txBody>
      </p:sp>
      <p:grpSp>
        <p:nvGrpSpPr>
          <p:cNvPr id="2" name="Grupo 1"/>
          <p:cNvGrpSpPr/>
          <p:nvPr/>
        </p:nvGrpSpPr>
        <p:grpSpPr>
          <a:xfrm>
            <a:off x="577752" y="1158137"/>
            <a:ext cx="6656040" cy="398655"/>
            <a:chOff x="577752" y="1158137"/>
            <a:chExt cx="6656040" cy="398655"/>
          </a:xfrm>
        </p:grpSpPr>
        <p:pic>
          <p:nvPicPr>
            <p:cNvPr id="8" name="Picture 2" descr="C:\Users\jpavoni\Downloads\ELEMENTOS PARA WEB\ELEMENTOS PARA WEB\CAPA 2 nueva\PARTICIPACION CIUDADANA\BANNERS Y BOTONES-02.jpg"/>
            <p:cNvPicPr/>
            <p:nvPr/>
          </p:nvPicPr>
          <p:blipFill>
            <a:blip r:embed="rId3" cstate="print"/>
            <a:srcRect l="5396" t="37233" r="86991" b="50737"/>
            <a:stretch/>
          </p:blipFill>
          <p:spPr>
            <a:xfrm>
              <a:off x="577752" y="1171539"/>
              <a:ext cx="430608" cy="385253"/>
            </a:xfrm>
            <a:prstGeom prst="rect">
              <a:avLst/>
            </a:prstGeom>
            <a:ln w="0">
              <a:noFill/>
            </a:ln>
          </p:spPr>
        </p:pic>
        <p:sp>
          <p:nvSpPr>
            <p:cNvPr id="9" name="13 Rectángulo"/>
            <p:cNvSpPr/>
            <p:nvPr/>
          </p:nvSpPr>
          <p:spPr>
            <a:xfrm>
              <a:off x="899592" y="1158137"/>
              <a:ext cx="6334200" cy="39865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000" b="0" strike="noStrike" spc="-1" dirty="0" smtClean="0">
                  <a:solidFill>
                    <a:srgbClr val="FFFFFF"/>
                  </a:solidFill>
                  <a:latin typeface="Alfabet ExtraBold"/>
                  <a:ea typeface="Roboto Medium"/>
                </a:rPr>
                <a:t>Propósito</a:t>
              </a:r>
              <a:endParaRPr lang="es-AR" sz="2000" b="0" strike="noStrike" spc="-1" dirty="0">
                <a:latin typeface="Arial"/>
              </a:endParaRPr>
            </a:p>
          </p:txBody>
        </p:sp>
      </p:grpSp>
      <p:sp>
        <p:nvSpPr>
          <p:cNvPr id="11" name="CuadroTexto 2"/>
          <p:cNvSpPr/>
          <p:nvPr/>
        </p:nvSpPr>
        <p:spPr>
          <a:xfrm>
            <a:off x="540000" y="1622703"/>
            <a:ext cx="8208464" cy="92187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marL="285750" indent="-285750">
              <a:lnSpc>
                <a:spcPct val="100000"/>
              </a:lnSpc>
              <a:buFont typeface="Arial" panose="020B0604020202020204" pitchFamily="34" charset="0"/>
              <a:buChar char="•"/>
            </a:pPr>
            <a:r>
              <a:rPr lang="es-AR" b="0" strike="noStrike" spc="-1" dirty="0" smtClean="0">
                <a:solidFill>
                  <a:srgbClr val="FFFFFF"/>
                </a:solidFill>
                <a:latin typeface="Alfabet Medium"/>
                <a:ea typeface="DejaVu Sans"/>
              </a:rPr>
              <a:t>Digitalizar las tareas diarias </a:t>
            </a:r>
            <a:r>
              <a:rPr lang="es-ES" spc="-1" dirty="0">
                <a:solidFill>
                  <a:srgbClr val="FFFFFF"/>
                </a:solidFill>
                <a:latin typeface="Alfabet Medium"/>
                <a:ea typeface="DejaVu Sans"/>
              </a:rPr>
              <a:t>del Departamento Movimiento Docente de Educación, específicamente en el manejo de liquidaciones y </a:t>
            </a:r>
            <a:r>
              <a:rPr lang="es-ES" spc="-1" dirty="0" smtClean="0">
                <a:solidFill>
                  <a:srgbClr val="FFFFFF"/>
                </a:solidFill>
                <a:latin typeface="Alfabet Medium"/>
                <a:ea typeface="DejaVu Sans"/>
              </a:rPr>
              <a:t>devoluciones de Subvenciones Docentes</a:t>
            </a:r>
            <a:endParaRPr lang="es-AR" spc="-1" dirty="0">
              <a:solidFill>
                <a:srgbClr val="FFFFFF"/>
              </a:solidFill>
              <a:latin typeface="Alfabet Medium"/>
              <a:ea typeface="DejaVu Sans"/>
            </a:endParaRPr>
          </a:p>
        </p:txBody>
      </p:sp>
      <p:grpSp>
        <p:nvGrpSpPr>
          <p:cNvPr id="12" name="Grupo 11"/>
          <p:cNvGrpSpPr/>
          <p:nvPr/>
        </p:nvGrpSpPr>
        <p:grpSpPr>
          <a:xfrm>
            <a:off x="580256" y="2670305"/>
            <a:ext cx="6656040" cy="398655"/>
            <a:chOff x="577752" y="1158137"/>
            <a:chExt cx="6656040" cy="398655"/>
          </a:xfrm>
        </p:grpSpPr>
        <p:pic>
          <p:nvPicPr>
            <p:cNvPr id="13" name="Picture 2" descr="C:\Users\jpavoni\Downloads\ELEMENTOS PARA WEB\ELEMENTOS PARA WEB\CAPA 2 nueva\PARTICIPACION CIUDADANA\BANNERS Y BOTONES-02.jpg"/>
            <p:cNvPicPr/>
            <p:nvPr/>
          </p:nvPicPr>
          <p:blipFill>
            <a:blip r:embed="rId3" cstate="print"/>
            <a:srcRect l="5396" t="37233" r="86991" b="50737"/>
            <a:stretch/>
          </p:blipFill>
          <p:spPr>
            <a:xfrm>
              <a:off x="577752" y="1171539"/>
              <a:ext cx="430608" cy="385253"/>
            </a:xfrm>
            <a:prstGeom prst="rect">
              <a:avLst/>
            </a:prstGeom>
            <a:ln w="0">
              <a:noFill/>
            </a:ln>
          </p:spPr>
        </p:pic>
        <p:sp>
          <p:nvSpPr>
            <p:cNvPr id="14" name="13 Rectángulo"/>
            <p:cNvSpPr/>
            <p:nvPr/>
          </p:nvSpPr>
          <p:spPr>
            <a:xfrm>
              <a:off x="899592" y="1158137"/>
              <a:ext cx="6334200" cy="39865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000" b="0" strike="noStrike" spc="-1" dirty="0" smtClean="0">
                  <a:solidFill>
                    <a:srgbClr val="FFFFFF"/>
                  </a:solidFill>
                  <a:latin typeface="Alfabet ExtraBold"/>
                  <a:ea typeface="Roboto Medium"/>
                </a:rPr>
                <a:t>Descripción</a:t>
              </a:r>
              <a:endParaRPr lang="es-AR" sz="2000" b="0" strike="noStrike" spc="-1" dirty="0">
                <a:latin typeface="Arial"/>
              </a:endParaRPr>
            </a:p>
          </p:txBody>
        </p:sp>
      </p:grpSp>
    </p:spTree>
    <p:extLst>
      <p:ext uri="{BB962C8B-B14F-4D97-AF65-F5344CB8AC3E}">
        <p14:creationId xmlns:p14="http://schemas.microsoft.com/office/powerpoint/2010/main" val="266554810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23" name="CuadroTexto 2"/>
          <p:cNvSpPr/>
          <p:nvPr/>
        </p:nvSpPr>
        <p:spPr>
          <a:xfrm>
            <a:off x="540000"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u="sng" strike="noStrike" spc="-1" dirty="0" smtClean="0">
                <a:solidFill>
                  <a:srgbClr val="FFFFFF"/>
                </a:solidFill>
                <a:latin typeface="Alfabet Medium"/>
                <a:ea typeface="DejaVu Sans"/>
              </a:rPr>
              <a:t>Menú</a:t>
            </a:r>
            <a:endParaRPr lang="es-ES" sz="2000" b="0" strike="noStrike" spc="-1" dirty="0" smtClean="0">
              <a:solidFill>
                <a:srgbClr val="FFFFFF"/>
              </a:solidFill>
              <a:latin typeface="Alfabet Medium"/>
              <a:ea typeface="DejaVu Sans"/>
            </a:endParaRPr>
          </a:p>
        </p:txBody>
      </p:sp>
      <p:pic>
        <p:nvPicPr>
          <p:cNvPr id="3" name="Imagen 2"/>
          <p:cNvPicPr>
            <a:picLocks noChangeAspect="1"/>
          </p:cNvPicPr>
          <p:nvPr/>
        </p:nvPicPr>
        <p:blipFill>
          <a:blip r:embed="rId5"/>
          <a:stretch>
            <a:fillRect/>
          </a:stretch>
        </p:blipFill>
        <p:spPr>
          <a:xfrm>
            <a:off x="533980" y="1717169"/>
            <a:ext cx="2225233" cy="3627434"/>
          </a:xfrm>
          <a:prstGeom prst="rect">
            <a:avLst/>
          </a:prstGeom>
        </p:spPr>
      </p:pic>
      <p:sp>
        <p:nvSpPr>
          <p:cNvPr id="4" name="Elipse 3"/>
          <p:cNvSpPr/>
          <p:nvPr/>
        </p:nvSpPr>
        <p:spPr>
          <a:xfrm>
            <a:off x="2123728" y="4581128"/>
            <a:ext cx="360040" cy="36004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pic>
        <p:nvPicPr>
          <p:cNvPr id="6" name="Imagen 5"/>
          <p:cNvPicPr>
            <a:picLocks noChangeAspect="1"/>
          </p:cNvPicPr>
          <p:nvPr/>
        </p:nvPicPr>
        <p:blipFill>
          <a:blip r:embed="rId6"/>
          <a:stretch>
            <a:fillRect/>
          </a:stretch>
        </p:blipFill>
        <p:spPr>
          <a:xfrm>
            <a:off x="3851920" y="1735487"/>
            <a:ext cx="2201357" cy="3573097"/>
          </a:xfrm>
          <a:prstGeom prst="rect">
            <a:avLst/>
          </a:prstGeom>
        </p:spPr>
      </p:pic>
      <p:sp>
        <p:nvSpPr>
          <p:cNvPr id="7" name="Flecha a la derecha con bandas 6"/>
          <p:cNvSpPr/>
          <p:nvPr/>
        </p:nvSpPr>
        <p:spPr>
          <a:xfrm>
            <a:off x="2987824" y="3356992"/>
            <a:ext cx="648072" cy="432048"/>
          </a:xfrm>
          <a:prstGeom prst="strip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23678010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23" name="CuadroTexto 2"/>
          <p:cNvSpPr/>
          <p:nvPr/>
        </p:nvSpPr>
        <p:spPr>
          <a:xfrm>
            <a:off x="540000" y="1641282"/>
            <a:ext cx="8208464" cy="34764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u="sng" strike="noStrike" spc="-1" dirty="0" smtClean="0">
                <a:solidFill>
                  <a:srgbClr val="FFFFFF"/>
                </a:solidFill>
                <a:latin typeface="Alfabet Medium"/>
                <a:ea typeface="DejaVu Sans"/>
              </a:rPr>
              <a:t>Módulo Seguridad</a:t>
            </a:r>
            <a:r>
              <a:rPr lang="es-ES" sz="2000" b="0" strike="noStrike" spc="-1" dirty="0" smtClean="0">
                <a:solidFill>
                  <a:srgbClr val="FFFFFF"/>
                </a:solidFill>
                <a:latin typeface="Alfabet Medium"/>
                <a:ea typeface="DejaVu Sans"/>
              </a:rPr>
              <a:t>:</a:t>
            </a:r>
          </a:p>
          <a:p>
            <a:pPr marL="342900" lvl="0" indent="-342900">
              <a:buFont typeface="Arial" panose="020B0604020202020204" pitchFamily="34" charset="0"/>
              <a:buChar char="•"/>
            </a:pPr>
            <a:r>
              <a:rPr lang="es-ES" sz="2000" spc="-1" dirty="0">
                <a:solidFill>
                  <a:srgbClr val="FFFFFF"/>
                </a:solidFill>
                <a:latin typeface="Alfabet Medium"/>
                <a:ea typeface="DejaVu Sans"/>
              </a:rPr>
              <a:t>Control de Acceso: Implementar un sistema de autenticación que asegure que sólo personal autorizado pueda acceder al </a:t>
            </a:r>
            <a:r>
              <a:rPr lang="es-ES" sz="2000" spc="-1" dirty="0" smtClean="0">
                <a:solidFill>
                  <a:srgbClr val="FFFFFF"/>
                </a:solidFill>
                <a:latin typeface="Alfabet Medium"/>
                <a:ea typeface="DejaVu Sans"/>
              </a:rPr>
              <a:t>sistema:</a:t>
            </a:r>
            <a:endParaRPr lang="es-AR" sz="2000" spc="-1" dirty="0">
              <a:solidFill>
                <a:srgbClr val="FFFFFF"/>
              </a:solidFill>
              <a:latin typeface="Alfabet Medium"/>
              <a:ea typeface="DejaVu Sans"/>
            </a:endParaRPr>
          </a:p>
          <a:p>
            <a:pPr marL="800100" lvl="1" indent="-342900">
              <a:buFont typeface="Courier New" panose="02070309020205020404" pitchFamily="49" charset="0"/>
              <a:buChar char="o"/>
            </a:pPr>
            <a:r>
              <a:rPr lang="es-ES" sz="2000" spc="-1" dirty="0">
                <a:solidFill>
                  <a:srgbClr val="FFFFFF"/>
                </a:solidFill>
                <a:latin typeface="Alfabet Medium"/>
                <a:ea typeface="DejaVu Sans"/>
              </a:rPr>
              <a:t>Registro y Gestión de usuarios</a:t>
            </a:r>
            <a:endParaRPr lang="es-AR" sz="2000" spc="-1" dirty="0">
              <a:solidFill>
                <a:srgbClr val="FFFFFF"/>
              </a:solidFill>
              <a:latin typeface="Alfabet Medium"/>
              <a:ea typeface="DejaVu Sans"/>
            </a:endParaRPr>
          </a:p>
          <a:p>
            <a:pPr marL="800100" lvl="1" indent="-342900">
              <a:buFont typeface="Courier New" panose="02070309020205020404" pitchFamily="49" charset="0"/>
              <a:buChar char="o"/>
            </a:pPr>
            <a:r>
              <a:rPr lang="es-ES" sz="2000" spc="-1" dirty="0">
                <a:solidFill>
                  <a:srgbClr val="FFFFFF"/>
                </a:solidFill>
                <a:latin typeface="Alfabet Medium"/>
                <a:ea typeface="DejaVu Sans"/>
              </a:rPr>
              <a:t>Asignación de Roles y Permisos según el nivel de acceso necesario</a:t>
            </a:r>
            <a:endParaRPr lang="es-AR" sz="2000" spc="-1" dirty="0">
              <a:solidFill>
                <a:srgbClr val="FFFFFF"/>
              </a:solidFill>
              <a:latin typeface="Alfabet Medium"/>
              <a:ea typeface="DejaVu Sans"/>
            </a:endParaRPr>
          </a:p>
          <a:p>
            <a:pPr marL="342900" indent="-342900">
              <a:buFont typeface="Arial" panose="020B0604020202020204" pitchFamily="34" charset="0"/>
              <a:buChar char="•"/>
            </a:pPr>
            <a:endParaRPr lang="es-ES" sz="2000" spc="-1" dirty="0" smtClean="0">
              <a:solidFill>
                <a:srgbClr val="FFFFFF"/>
              </a:solidFill>
              <a:latin typeface="Alfabet Medium"/>
              <a:ea typeface="DejaVu Sans"/>
            </a:endParaRPr>
          </a:p>
          <a:p>
            <a:pPr marL="342900" indent="-342900">
              <a:buFont typeface="Arial" panose="020B0604020202020204" pitchFamily="34" charset="0"/>
              <a:buChar char="•"/>
            </a:pPr>
            <a:r>
              <a:rPr lang="es-ES" sz="2000" spc="-1" dirty="0" smtClean="0">
                <a:solidFill>
                  <a:srgbClr val="FFFFFF"/>
                </a:solidFill>
                <a:latin typeface="Alfabet Medium"/>
                <a:ea typeface="DejaVu Sans"/>
              </a:rPr>
              <a:t>Auditoría </a:t>
            </a:r>
            <a:r>
              <a:rPr lang="es-ES" sz="2000" spc="-1" dirty="0">
                <a:solidFill>
                  <a:srgbClr val="FFFFFF"/>
                </a:solidFill>
                <a:latin typeface="Alfabet Medium"/>
                <a:ea typeface="DejaVu Sans"/>
              </a:rPr>
              <a:t>y Monitoreo: Implementar registros de auditoría para monitorear </a:t>
            </a:r>
            <a:r>
              <a:rPr lang="es-ES" sz="2000" spc="-1" dirty="0" smtClean="0">
                <a:solidFill>
                  <a:srgbClr val="FFFFFF"/>
                </a:solidFill>
                <a:latin typeface="Alfabet Medium"/>
                <a:ea typeface="DejaVu Sans"/>
              </a:rPr>
              <a:t>determinadas actividades </a:t>
            </a:r>
            <a:r>
              <a:rPr lang="es-ES" sz="2000" spc="-1" dirty="0">
                <a:solidFill>
                  <a:srgbClr val="FFFFFF"/>
                </a:solidFill>
                <a:latin typeface="Alfabet Medium"/>
                <a:ea typeface="DejaVu Sans"/>
              </a:rPr>
              <a:t>dentro del sistema, garantizando la integridad y la seguridad de los </a:t>
            </a:r>
            <a:r>
              <a:rPr lang="es-ES" sz="2000" spc="-1" dirty="0" smtClean="0">
                <a:solidFill>
                  <a:srgbClr val="FFFFFF"/>
                </a:solidFill>
                <a:latin typeface="Alfabet Medium"/>
                <a:ea typeface="DejaVu Sans"/>
              </a:rPr>
              <a:t>datos</a:t>
            </a:r>
            <a:endParaRPr lang="es-ES" sz="2000" spc="-1" dirty="0">
              <a:solidFill>
                <a:srgbClr val="FFFFFF"/>
              </a:solidFill>
              <a:latin typeface="Alfabet Medium"/>
              <a:ea typeface="DejaVu Sans"/>
            </a:endParaRPr>
          </a:p>
        </p:txBody>
      </p:sp>
    </p:spTree>
    <p:extLst>
      <p:ext uri="{BB962C8B-B14F-4D97-AF65-F5344CB8AC3E}">
        <p14:creationId xmlns:p14="http://schemas.microsoft.com/office/powerpoint/2010/main" val="215175369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Módulo Seguridad</a:t>
            </a:r>
            <a:r>
              <a:rPr lang="es-ES" sz="2000" spc="-1" dirty="0">
                <a:solidFill>
                  <a:srgbClr val="FFFFFF"/>
                </a:solidFill>
                <a:latin typeface="Alfabet Medium"/>
                <a:ea typeface="DejaVu Sans"/>
              </a:rPr>
              <a:t> </a:t>
            </a:r>
            <a:r>
              <a:rPr lang="es-ES" sz="2000" spc="-1" dirty="0" smtClean="0">
                <a:solidFill>
                  <a:srgbClr val="FFFFFF"/>
                </a:solidFill>
                <a:latin typeface="Alfabet Medium"/>
                <a:ea typeface="DejaVu Sans"/>
              </a:rPr>
              <a:t>- </a:t>
            </a:r>
            <a:r>
              <a:rPr lang="es-ES" sz="2000" spc="-1" dirty="0" err="1" smtClean="0">
                <a:solidFill>
                  <a:srgbClr val="FFFFFF"/>
                </a:solidFill>
                <a:latin typeface="Alfabet Medium"/>
                <a:ea typeface="DejaVu Sans"/>
              </a:rPr>
              <a:t>Login</a:t>
            </a:r>
            <a:endParaRPr lang="es-ES" sz="2000" b="0" strike="noStrike" spc="-1" dirty="0" smtClean="0">
              <a:solidFill>
                <a:srgbClr val="FFFFFF"/>
              </a:solidFill>
              <a:latin typeface="Alfabet Medium"/>
              <a:ea typeface="DejaVu Sans"/>
            </a:endParaRPr>
          </a:p>
        </p:txBody>
      </p:sp>
      <p:pic>
        <p:nvPicPr>
          <p:cNvPr id="2" name="Imagen 1"/>
          <p:cNvPicPr>
            <a:picLocks noChangeAspect="1"/>
          </p:cNvPicPr>
          <p:nvPr/>
        </p:nvPicPr>
        <p:blipFill>
          <a:blip r:embed="rId5"/>
          <a:stretch>
            <a:fillRect/>
          </a:stretch>
        </p:blipFill>
        <p:spPr>
          <a:xfrm>
            <a:off x="1907704" y="1779312"/>
            <a:ext cx="4968552" cy="3557140"/>
          </a:xfrm>
          <a:prstGeom prst="rect">
            <a:avLst/>
          </a:prstGeom>
        </p:spPr>
      </p:pic>
    </p:spTree>
    <p:extLst>
      <p:ext uri="{BB962C8B-B14F-4D97-AF65-F5344CB8AC3E}">
        <p14:creationId xmlns:p14="http://schemas.microsoft.com/office/powerpoint/2010/main" val="234216424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Módulo Seguridad</a:t>
            </a:r>
            <a:r>
              <a:rPr lang="es-ES" sz="2000" spc="-1" dirty="0">
                <a:solidFill>
                  <a:srgbClr val="FFFFFF"/>
                </a:solidFill>
                <a:latin typeface="Alfabet Medium"/>
                <a:ea typeface="DejaVu Sans"/>
              </a:rPr>
              <a:t> </a:t>
            </a:r>
            <a:r>
              <a:rPr lang="es-ES" sz="2000" spc="-1" dirty="0" smtClean="0">
                <a:solidFill>
                  <a:srgbClr val="FFFFFF"/>
                </a:solidFill>
                <a:latin typeface="Alfabet Medium"/>
                <a:ea typeface="DejaVu Sans"/>
              </a:rPr>
              <a:t>– Gestión de Usuarios</a:t>
            </a:r>
            <a:endParaRPr lang="es-ES" sz="2000" b="0" strike="noStrike" spc="-1" dirty="0" smtClean="0">
              <a:solidFill>
                <a:srgbClr val="FFFFFF"/>
              </a:solidFill>
              <a:latin typeface="Alfabet Medium"/>
              <a:ea typeface="DejaVu Sans"/>
            </a:endParaRPr>
          </a:p>
        </p:txBody>
      </p:sp>
      <p:pic>
        <p:nvPicPr>
          <p:cNvPr id="2" name="Imagen 1"/>
          <p:cNvPicPr>
            <a:picLocks noChangeAspect="1"/>
          </p:cNvPicPr>
          <p:nvPr/>
        </p:nvPicPr>
        <p:blipFill>
          <a:blip r:embed="rId5"/>
          <a:stretch>
            <a:fillRect/>
          </a:stretch>
        </p:blipFill>
        <p:spPr>
          <a:xfrm>
            <a:off x="107504" y="1612327"/>
            <a:ext cx="8986185" cy="3904905"/>
          </a:xfrm>
          <a:prstGeom prst="rect">
            <a:avLst/>
          </a:prstGeom>
        </p:spPr>
      </p:pic>
      <p:sp>
        <p:nvSpPr>
          <p:cNvPr id="3" name="Rectángulo 2"/>
          <p:cNvSpPr/>
          <p:nvPr/>
        </p:nvSpPr>
        <p:spPr>
          <a:xfrm>
            <a:off x="107504" y="2060848"/>
            <a:ext cx="900856" cy="3600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pic>
        <p:nvPicPr>
          <p:cNvPr id="4" name="Imagen 3"/>
          <p:cNvPicPr>
            <a:picLocks noChangeAspect="1"/>
          </p:cNvPicPr>
          <p:nvPr/>
        </p:nvPicPr>
        <p:blipFill>
          <a:blip r:embed="rId6"/>
          <a:stretch>
            <a:fillRect/>
          </a:stretch>
        </p:blipFill>
        <p:spPr>
          <a:xfrm>
            <a:off x="432496" y="2247146"/>
            <a:ext cx="8604000" cy="2429147"/>
          </a:xfrm>
          <a:prstGeom prst="rect">
            <a:avLst/>
          </a:prstGeom>
        </p:spPr>
      </p:pic>
    </p:spTree>
    <p:extLst>
      <p:ext uri="{BB962C8B-B14F-4D97-AF65-F5344CB8AC3E}">
        <p14:creationId xmlns:p14="http://schemas.microsoft.com/office/powerpoint/2010/main" val="131462376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par>
                          <p:cTn id="11" fill="hold">
                            <p:stCondLst>
                              <p:cond delay="0"/>
                            </p:stCondLst>
                            <p:childTnLst>
                              <p:par>
                                <p:cTn id="12" presetID="1" presetClass="exit" presetSubtype="0" fill="hold" grpId="1" nodeType="afterEffect">
                                  <p:stCondLst>
                                    <p:cond delay="0"/>
                                  </p:stCondLst>
                                  <p:childTnLst>
                                    <p:set>
                                      <p:cBhvr>
                                        <p:cTn id="13" dur="1" fill="hold">
                                          <p:stCondLst>
                                            <p:cond delay="0"/>
                                          </p:stCondLst>
                                        </p:cTn>
                                        <p:tgtEl>
                                          <p:spTgt spid="3"/>
                                        </p:tgtEl>
                                        <p:attrNameLst>
                                          <p:attrName>style.visibility</p:attrName>
                                        </p:attrNameLst>
                                      </p:cBhvr>
                                      <p:to>
                                        <p:strVal val="hidden"/>
                                      </p:to>
                                    </p:set>
                                  </p:childTnLst>
                                </p:cTn>
                              </p:par>
                            </p:childTnLst>
                          </p:cTn>
                        </p:par>
                        <p:par>
                          <p:cTn id="14" fill="hold">
                            <p:stCondLst>
                              <p:cond delay="0"/>
                            </p:stCondLst>
                            <p:childTnLst>
                              <p:par>
                                <p:cTn id="15" presetID="1" presetClass="entr" presetSubtype="0" fill="hold" nodeType="after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Módulo Seguridad</a:t>
            </a:r>
            <a:r>
              <a:rPr lang="es-ES" sz="2000" spc="-1" dirty="0">
                <a:solidFill>
                  <a:srgbClr val="FFFFFF"/>
                </a:solidFill>
                <a:latin typeface="Alfabet Medium"/>
                <a:ea typeface="DejaVu Sans"/>
              </a:rPr>
              <a:t> </a:t>
            </a:r>
            <a:r>
              <a:rPr lang="es-ES" sz="2000" spc="-1" dirty="0" smtClean="0">
                <a:solidFill>
                  <a:srgbClr val="FFFFFF"/>
                </a:solidFill>
                <a:latin typeface="Alfabet Medium"/>
                <a:ea typeface="DejaVu Sans"/>
              </a:rPr>
              <a:t>– Gestión de </a:t>
            </a:r>
            <a:r>
              <a:rPr lang="es-ES" sz="2000" spc="-1" dirty="0" smtClean="0">
                <a:solidFill>
                  <a:srgbClr val="FFFFFF"/>
                </a:solidFill>
                <a:latin typeface="Alfabet Medium"/>
                <a:ea typeface="DejaVu Sans"/>
              </a:rPr>
              <a:t>Usuarios por Rol</a:t>
            </a:r>
            <a:endParaRPr lang="es-ES" sz="2000" b="0" strike="noStrike" spc="-1" dirty="0" smtClean="0">
              <a:solidFill>
                <a:srgbClr val="FFFFFF"/>
              </a:solidFill>
              <a:latin typeface="Alfabet Medium"/>
              <a:ea typeface="DejaVu Sans"/>
            </a:endParaRPr>
          </a:p>
        </p:txBody>
      </p:sp>
      <p:pic>
        <p:nvPicPr>
          <p:cNvPr id="5" name="Imagen 4"/>
          <p:cNvPicPr>
            <a:picLocks noChangeAspect="1"/>
          </p:cNvPicPr>
          <p:nvPr/>
        </p:nvPicPr>
        <p:blipFill>
          <a:blip r:embed="rId5"/>
          <a:stretch>
            <a:fillRect/>
          </a:stretch>
        </p:blipFill>
        <p:spPr>
          <a:xfrm>
            <a:off x="197478" y="1679299"/>
            <a:ext cx="8767010" cy="4125965"/>
          </a:xfrm>
          <a:prstGeom prst="rect">
            <a:avLst/>
          </a:prstGeom>
        </p:spPr>
      </p:pic>
    </p:spTree>
    <p:extLst>
      <p:ext uri="{BB962C8B-B14F-4D97-AF65-F5344CB8AC3E}">
        <p14:creationId xmlns:p14="http://schemas.microsoft.com/office/powerpoint/2010/main" val="340882197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23" name="CuadroTexto 2"/>
          <p:cNvSpPr/>
          <p:nvPr/>
        </p:nvSpPr>
        <p:spPr>
          <a:xfrm>
            <a:off x="540000" y="1641282"/>
            <a:ext cx="8208464" cy="3260978"/>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u="sng" strike="noStrike" spc="-1" dirty="0" smtClean="0">
                <a:solidFill>
                  <a:srgbClr val="FFFFFF"/>
                </a:solidFill>
                <a:latin typeface="Alfabet Medium"/>
                <a:ea typeface="DejaVu Sans"/>
              </a:rPr>
              <a:t>Módulo Paramétricas</a:t>
            </a:r>
            <a:r>
              <a:rPr lang="es-ES" sz="2000" b="0" strike="noStrike" spc="-1" dirty="0" smtClean="0">
                <a:solidFill>
                  <a:srgbClr val="FFFFFF"/>
                </a:solidFill>
                <a:latin typeface="Alfabet Medium"/>
                <a:ea typeface="DejaVu Sans"/>
              </a:rPr>
              <a:t>:</a:t>
            </a:r>
            <a:endParaRPr lang="es-ES" sz="2000" spc="-1" dirty="0">
              <a:solidFill>
                <a:srgbClr val="FFFFFF"/>
              </a:solidFill>
              <a:latin typeface="Alfabet Medium"/>
              <a:ea typeface="DejaVu Sans"/>
            </a:endParaRPr>
          </a:p>
          <a:p>
            <a:pPr marL="342900" indent="-342900">
              <a:lnSpc>
                <a:spcPct val="100000"/>
              </a:lnSpc>
              <a:buFont typeface="Arial" panose="020B0604020202020204" pitchFamily="34" charset="0"/>
              <a:buChar char="•"/>
            </a:pPr>
            <a:r>
              <a:rPr lang="es-ES" sz="2000" spc="-1" dirty="0" smtClean="0">
                <a:solidFill>
                  <a:srgbClr val="FFFFFF"/>
                </a:solidFill>
                <a:latin typeface="Alfabet Medium"/>
                <a:ea typeface="DejaVu Sans"/>
              </a:rPr>
              <a:t>Gestión </a:t>
            </a:r>
            <a:r>
              <a:rPr lang="es-ES" sz="2000" spc="-1" dirty="0">
                <a:solidFill>
                  <a:srgbClr val="FFFFFF"/>
                </a:solidFill>
                <a:latin typeface="Alfabet Medium"/>
                <a:ea typeface="DejaVu Sans"/>
              </a:rPr>
              <a:t>de las </a:t>
            </a:r>
            <a:r>
              <a:rPr lang="es-ES" sz="2000" spc="-1" dirty="0" smtClean="0">
                <a:solidFill>
                  <a:srgbClr val="FFFFFF"/>
                </a:solidFill>
                <a:latin typeface="Alfabet Medium"/>
                <a:ea typeface="DejaVu Sans"/>
              </a:rPr>
              <a:t>estructuras que </a:t>
            </a:r>
            <a:r>
              <a:rPr lang="es-ES" sz="2000" spc="-1" dirty="0">
                <a:solidFill>
                  <a:srgbClr val="FFFFFF"/>
                </a:solidFill>
                <a:latin typeface="Alfabet Medium"/>
                <a:ea typeface="DejaVu Sans"/>
              </a:rPr>
              <a:t>contienen información clave para el correcto funcionamiento del </a:t>
            </a:r>
            <a:r>
              <a:rPr lang="es-ES" sz="2000" spc="-1" dirty="0" smtClean="0">
                <a:solidFill>
                  <a:srgbClr val="FFFFFF"/>
                </a:solidFill>
                <a:latin typeface="Alfabet Medium"/>
                <a:ea typeface="DejaVu Sans"/>
              </a:rPr>
              <a:t>sistema y que serán </a:t>
            </a:r>
            <a:r>
              <a:rPr lang="es-ES" sz="2000" spc="-1" dirty="0">
                <a:solidFill>
                  <a:srgbClr val="FFFFFF"/>
                </a:solidFill>
                <a:latin typeface="Alfabet Medium"/>
                <a:ea typeface="DejaVu Sans"/>
              </a:rPr>
              <a:t>usadas en diferentes partes del </a:t>
            </a:r>
            <a:r>
              <a:rPr lang="es-ES" sz="2000" spc="-1" dirty="0" smtClean="0">
                <a:solidFill>
                  <a:srgbClr val="FFFFFF"/>
                </a:solidFill>
                <a:latin typeface="Alfabet Medium"/>
                <a:ea typeface="DejaVu Sans"/>
              </a:rPr>
              <a:t>mismo:</a:t>
            </a:r>
          </a:p>
          <a:p>
            <a:pPr marL="800100" lvl="1" indent="-342900">
              <a:buFont typeface="Courier New" panose="02070309020205020404" pitchFamily="49" charset="0"/>
              <a:buChar char="o"/>
            </a:pPr>
            <a:r>
              <a:rPr lang="es-ES" spc="-1" dirty="0" smtClean="0">
                <a:solidFill>
                  <a:srgbClr val="FFFFFF"/>
                </a:solidFill>
                <a:latin typeface="Alfabet Medium"/>
                <a:ea typeface="DejaVu Sans"/>
              </a:rPr>
              <a:t>Conceptos</a:t>
            </a:r>
          </a:p>
          <a:p>
            <a:pPr marL="800100" lvl="1" indent="-342900">
              <a:buFont typeface="Courier New" panose="02070309020205020404" pitchFamily="49" charset="0"/>
              <a:buChar char="o"/>
            </a:pPr>
            <a:r>
              <a:rPr lang="es-ES" spc="-1" dirty="0" smtClean="0">
                <a:solidFill>
                  <a:srgbClr val="FFFFFF"/>
                </a:solidFill>
                <a:latin typeface="Alfabet Medium"/>
                <a:ea typeface="DejaVu Sans"/>
              </a:rPr>
              <a:t>Establecimientos</a:t>
            </a:r>
          </a:p>
          <a:p>
            <a:pPr marL="800100" lvl="1" indent="-342900">
              <a:buFont typeface="Courier New" panose="02070309020205020404" pitchFamily="49" charset="0"/>
              <a:buChar char="o"/>
            </a:pPr>
            <a:r>
              <a:rPr lang="es-ES" spc="-1" dirty="0" smtClean="0">
                <a:solidFill>
                  <a:srgbClr val="FFFFFF"/>
                </a:solidFill>
                <a:latin typeface="Alfabet Medium"/>
                <a:ea typeface="DejaVu Sans"/>
              </a:rPr>
              <a:t>Tipos de Establecimientos</a:t>
            </a:r>
          </a:p>
          <a:p>
            <a:pPr marL="800100" lvl="1" indent="-342900">
              <a:buFont typeface="Courier New" panose="02070309020205020404" pitchFamily="49" charset="0"/>
              <a:buChar char="o"/>
            </a:pPr>
            <a:r>
              <a:rPr lang="es-ES" spc="-1" dirty="0" smtClean="0">
                <a:solidFill>
                  <a:srgbClr val="FFFFFF"/>
                </a:solidFill>
                <a:latin typeface="Alfabet Medium"/>
                <a:ea typeface="DejaVu Sans"/>
              </a:rPr>
              <a:t>Tipos de Funciones</a:t>
            </a:r>
          </a:p>
          <a:p>
            <a:pPr marL="800100" lvl="1" indent="-342900">
              <a:buFont typeface="Courier New" panose="02070309020205020404" pitchFamily="49" charset="0"/>
              <a:buChar char="o"/>
            </a:pPr>
            <a:r>
              <a:rPr lang="es-ES" spc="-1" dirty="0" smtClean="0">
                <a:solidFill>
                  <a:srgbClr val="FFFFFF"/>
                </a:solidFill>
                <a:latin typeface="Alfabet Medium"/>
                <a:ea typeface="DejaVu Sans"/>
              </a:rPr>
              <a:t>Tipos de Liquidaciones</a:t>
            </a:r>
          </a:p>
          <a:p>
            <a:pPr marL="800100" lvl="1" indent="-342900">
              <a:buFont typeface="Courier New" panose="02070309020205020404" pitchFamily="49" charset="0"/>
              <a:buChar char="o"/>
            </a:pPr>
            <a:r>
              <a:rPr lang="es-ES" spc="-1" dirty="0" smtClean="0">
                <a:solidFill>
                  <a:srgbClr val="FFFFFF"/>
                </a:solidFill>
                <a:latin typeface="Alfabet Medium"/>
                <a:ea typeface="DejaVu Sans"/>
              </a:rPr>
              <a:t>Categorías</a:t>
            </a:r>
          </a:p>
          <a:p>
            <a:pPr marL="800100" lvl="1" indent="-342900">
              <a:buFont typeface="Courier New" panose="02070309020205020404" pitchFamily="49" charset="0"/>
              <a:buChar char="o"/>
            </a:pPr>
            <a:r>
              <a:rPr lang="es-ES" spc="-1" dirty="0" smtClean="0">
                <a:solidFill>
                  <a:srgbClr val="FFFFFF"/>
                </a:solidFill>
                <a:latin typeface="Alfabet Medium"/>
                <a:ea typeface="DejaVu Sans"/>
              </a:rPr>
              <a:t>Caracteres de Revista</a:t>
            </a:r>
            <a:endParaRPr lang="es-ES" spc="-1" dirty="0">
              <a:solidFill>
                <a:srgbClr val="FFFFFF"/>
              </a:solidFill>
              <a:latin typeface="Alfabet Medium"/>
              <a:ea typeface="DejaVu Sans"/>
            </a:endParaRPr>
          </a:p>
        </p:txBody>
      </p:sp>
    </p:spTree>
    <p:extLst>
      <p:ext uri="{BB962C8B-B14F-4D97-AF65-F5344CB8AC3E}">
        <p14:creationId xmlns:p14="http://schemas.microsoft.com/office/powerpoint/2010/main" val="163607614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Módulo Paramétricas </a:t>
            </a:r>
            <a:r>
              <a:rPr lang="es-ES" sz="2000" spc="-1" dirty="0" smtClean="0">
                <a:solidFill>
                  <a:srgbClr val="FFFFFF"/>
                </a:solidFill>
                <a:latin typeface="Alfabet Medium"/>
                <a:ea typeface="DejaVu Sans"/>
              </a:rPr>
              <a:t>– Gestión de Conceptos</a:t>
            </a:r>
            <a:endParaRPr lang="es-ES" sz="2000" b="0" strike="noStrike" spc="-1" dirty="0" smtClean="0">
              <a:solidFill>
                <a:srgbClr val="FFFFFF"/>
              </a:solidFill>
              <a:latin typeface="Alfabet Medium"/>
              <a:ea typeface="DejaVu Sans"/>
            </a:endParaRPr>
          </a:p>
        </p:txBody>
      </p:sp>
      <p:pic>
        <p:nvPicPr>
          <p:cNvPr id="2" name="Imagen 1"/>
          <p:cNvPicPr>
            <a:picLocks noChangeAspect="1"/>
          </p:cNvPicPr>
          <p:nvPr/>
        </p:nvPicPr>
        <p:blipFill>
          <a:blip r:embed="rId5"/>
          <a:stretch>
            <a:fillRect/>
          </a:stretch>
        </p:blipFill>
        <p:spPr>
          <a:xfrm>
            <a:off x="107504" y="1973841"/>
            <a:ext cx="8964488" cy="2853184"/>
          </a:xfrm>
          <a:prstGeom prst="rect">
            <a:avLst/>
          </a:prstGeom>
        </p:spPr>
      </p:pic>
      <p:pic>
        <p:nvPicPr>
          <p:cNvPr id="3" name="Imagen 2"/>
          <p:cNvPicPr>
            <a:picLocks noChangeAspect="1"/>
          </p:cNvPicPr>
          <p:nvPr/>
        </p:nvPicPr>
        <p:blipFill>
          <a:blip r:embed="rId6"/>
          <a:stretch>
            <a:fillRect/>
          </a:stretch>
        </p:blipFill>
        <p:spPr>
          <a:xfrm>
            <a:off x="3707904" y="2924944"/>
            <a:ext cx="5296359" cy="2560542"/>
          </a:xfrm>
          <a:prstGeom prst="rect">
            <a:avLst/>
          </a:prstGeom>
        </p:spPr>
      </p:pic>
    </p:spTree>
    <p:extLst>
      <p:ext uri="{BB962C8B-B14F-4D97-AF65-F5344CB8AC3E}">
        <p14:creationId xmlns:p14="http://schemas.microsoft.com/office/powerpoint/2010/main" val="365022125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1+#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Módulo Paramétricas </a:t>
            </a:r>
            <a:r>
              <a:rPr lang="es-ES" sz="2000" spc="-1" dirty="0" smtClean="0">
                <a:solidFill>
                  <a:srgbClr val="FFFFFF"/>
                </a:solidFill>
                <a:latin typeface="Alfabet Medium"/>
                <a:ea typeface="DejaVu Sans"/>
              </a:rPr>
              <a:t>– Gestión de Tipos de Establecimientos</a:t>
            </a:r>
            <a:endParaRPr lang="es-ES" sz="2000" b="0" strike="noStrike" spc="-1" dirty="0" smtClean="0">
              <a:solidFill>
                <a:srgbClr val="FFFFFF"/>
              </a:solidFill>
              <a:latin typeface="Alfabet Medium"/>
              <a:ea typeface="DejaVu Sans"/>
            </a:endParaRPr>
          </a:p>
        </p:txBody>
      </p:sp>
      <p:pic>
        <p:nvPicPr>
          <p:cNvPr id="2" name="Imagen 1"/>
          <p:cNvPicPr>
            <a:picLocks noChangeAspect="1"/>
          </p:cNvPicPr>
          <p:nvPr/>
        </p:nvPicPr>
        <p:blipFill>
          <a:blip r:embed="rId5"/>
          <a:stretch>
            <a:fillRect/>
          </a:stretch>
        </p:blipFill>
        <p:spPr>
          <a:xfrm>
            <a:off x="144016" y="1884669"/>
            <a:ext cx="8892480" cy="3178566"/>
          </a:xfrm>
          <a:prstGeom prst="rect">
            <a:avLst/>
          </a:prstGeom>
        </p:spPr>
      </p:pic>
    </p:spTree>
    <p:extLst>
      <p:ext uri="{BB962C8B-B14F-4D97-AF65-F5344CB8AC3E}">
        <p14:creationId xmlns:p14="http://schemas.microsoft.com/office/powerpoint/2010/main" val="57835246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Módulo Paramétricas </a:t>
            </a:r>
            <a:r>
              <a:rPr lang="es-ES" sz="2000" spc="-1" dirty="0" smtClean="0">
                <a:solidFill>
                  <a:srgbClr val="FFFFFF"/>
                </a:solidFill>
                <a:latin typeface="Alfabet Medium"/>
                <a:ea typeface="DejaVu Sans"/>
              </a:rPr>
              <a:t>– Gestión de Establecimientos</a:t>
            </a:r>
            <a:endParaRPr lang="es-ES" sz="2000" b="0" strike="noStrike" spc="-1" dirty="0" smtClean="0">
              <a:solidFill>
                <a:srgbClr val="FFFFFF"/>
              </a:solidFill>
              <a:latin typeface="Alfabet Medium"/>
              <a:ea typeface="DejaVu Sans"/>
            </a:endParaRPr>
          </a:p>
        </p:txBody>
      </p:sp>
      <p:pic>
        <p:nvPicPr>
          <p:cNvPr id="2" name="Imagen 1"/>
          <p:cNvPicPr>
            <a:picLocks noChangeAspect="1"/>
          </p:cNvPicPr>
          <p:nvPr/>
        </p:nvPicPr>
        <p:blipFill>
          <a:blip r:embed="rId5"/>
          <a:stretch>
            <a:fillRect/>
          </a:stretch>
        </p:blipFill>
        <p:spPr>
          <a:xfrm>
            <a:off x="35496" y="2002842"/>
            <a:ext cx="9036496" cy="2886658"/>
          </a:xfrm>
          <a:prstGeom prst="rect">
            <a:avLst/>
          </a:prstGeom>
        </p:spPr>
      </p:pic>
    </p:spTree>
    <p:extLst>
      <p:ext uri="{BB962C8B-B14F-4D97-AF65-F5344CB8AC3E}">
        <p14:creationId xmlns:p14="http://schemas.microsoft.com/office/powerpoint/2010/main" val="341698148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Módulo Paramétricas </a:t>
            </a:r>
            <a:r>
              <a:rPr lang="es-ES" sz="2000" spc="-1" dirty="0" smtClean="0">
                <a:solidFill>
                  <a:srgbClr val="FFFFFF"/>
                </a:solidFill>
                <a:latin typeface="Alfabet Medium"/>
                <a:ea typeface="DejaVu Sans"/>
              </a:rPr>
              <a:t>– Gestión de Tipos de Liquidaciones</a:t>
            </a:r>
            <a:endParaRPr lang="es-ES" sz="2000" b="0" strike="noStrike" spc="-1" dirty="0" smtClean="0">
              <a:solidFill>
                <a:srgbClr val="FFFFFF"/>
              </a:solidFill>
              <a:latin typeface="Alfabet Medium"/>
              <a:ea typeface="DejaVu Sans"/>
            </a:endParaRPr>
          </a:p>
        </p:txBody>
      </p:sp>
      <p:pic>
        <p:nvPicPr>
          <p:cNvPr id="2" name="Imagen 1"/>
          <p:cNvPicPr>
            <a:picLocks noChangeAspect="1"/>
          </p:cNvPicPr>
          <p:nvPr/>
        </p:nvPicPr>
        <p:blipFill>
          <a:blip r:embed="rId5"/>
          <a:stretch>
            <a:fillRect/>
          </a:stretch>
        </p:blipFill>
        <p:spPr>
          <a:xfrm>
            <a:off x="107504" y="1614987"/>
            <a:ext cx="8964488" cy="4190277"/>
          </a:xfrm>
          <a:prstGeom prst="rect">
            <a:avLst/>
          </a:prstGeom>
        </p:spPr>
      </p:pic>
    </p:spTree>
    <p:extLst>
      <p:ext uri="{BB962C8B-B14F-4D97-AF65-F5344CB8AC3E}">
        <p14:creationId xmlns:p14="http://schemas.microsoft.com/office/powerpoint/2010/main" val="173627907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Módulo Paramétricas </a:t>
            </a:r>
            <a:r>
              <a:rPr lang="es-ES" sz="2000" spc="-1" dirty="0" smtClean="0">
                <a:solidFill>
                  <a:srgbClr val="FFFFFF"/>
                </a:solidFill>
                <a:latin typeface="Alfabet Medium"/>
                <a:ea typeface="DejaVu Sans"/>
              </a:rPr>
              <a:t>– Gestión de Categorías</a:t>
            </a:r>
            <a:endParaRPr lang="es-ES" sz="2000" b="0" strike="noStrike" spc="-1" dirty="0" smtClean="0">
              <a:solidFill>
                <a:srgbClr val="FFFFFF"/>
              </a:solidFill>
              <a:latin typeface="Alfabet Medium"/>
              <a:ea typeface="DejaVu Sans"/>
            </a:endParaRPr>
          </a:p>
        </p:txBody>
      </p:sp>
      <p:pic>
        <p:nvPicPr>
          <p:cNvPr id="2" name="Imagen 1"/>
          <p:cNvPicPr>
            <a:picLocks noChangeAspect="1"/>
          </p:cNvPicPr>
          <p:nvPr/>
        </p:nvPicPr>
        <p:blipFill>
          <a:blip r:embed="rId5"/>
          <a:stretch>
            <a:fillRect/>
          </a:stretch>
        </p:blipFill>
        <p:spPr>
          <a:xfrm>
            <a:off x="72008" y="1804594"/>
            <a:ext cx="9036496" cy="3568622"/>
          </a:xfrm>
          <a:prstGeom prst="rect">
            <a:avLst/>
          </a:prstGeom>
        </p:spPr>
      </p:pic>
    </p:spTree>
    <p:extLst>
      <p:ext uri="{BB962C8B-B14F-4D97-AF65-F5344CB8AC3E}">
        <p14:creationId xmlns:p14="http://schemas.microsoft.com/office/powerpoint/2010/main" val="194886484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Módulo Paramétricas </a:t>
            </a:r>
            <a:r>
              <a:rPr lang="es-ES" sz="2000" spc="-1" dirty="0" smtClean="0">
                <a:solidFill>
                  <a:srgbClr val="FFFFFF"/>
                </a:solidFill>
                <a:latin typeface="Alfabet Medium"/>
                <a:ea typeface="DejaVu Sans"/>
              </a:rPr>
              <a:t>– Gestión de Caracteres de Revista</a:t>
            </a:r>
            <a:endParaRPr lang="es-ES" sz="2000" b="0" strike="noStrike" spc="-1" dirty="0" smtClean="0">
              <a:solidFill>
                <a:srgbClr val="FFFFFF"/>
              </a:solidFill>
              <a:latin typeface="Alfabet Medium"/>
              <a:ea typeface="DejaVu Sans"/>
            </a:endParaRPr>
          </a:p>
        </p:txBody>
      </p:sp>
      <p:pic>
        <p:nvPicPr>
          <p:cNvPr id="2" name="Imagen 1"/>
          <p:cNvPicPr>
            <a:picLocks noChangeAspect="1"/>
          </p:cNvPicPr>
          <p:nvPr/>
        </p:nvPicPr>
        <p:blipFill>
          <a:blip r:embed="rId5"/>
          <a:stretch>
            <a:fillRect/>
          </a:stretch>
        </p:blipFill>
        <p:spPr>
          <a:xfrm>
            <a:off x="72008" y="2045685"/>
            <a:ext cx="8964488" cy="2823161"/>
          </a:xfrm>
          <a:prstGeom prst="rect">
            <a:avLst/>
          </a:prstGeom>
        </p:spPr>
      </p:pic>
    </p:spTree>
    <p:extLst>
      <p:ext uri="{BB962C8B-B14F-4D97-AF65-F5344CB8AC3E}">
        <p14:creationId xmlns:p14="http://schemas.microsoft.com/office/powerpoint/2010/main" val="252116387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7" name="CuadroTexto 2"/>
          <p:cNvSpPr/>
          <p:nvPr/>
        </p:nvSpPr>
        <p:spPr>
          <a:xfrm>
            <a:off x="540000" y="1052736"/>
            <a:ext cx="8208464" cy="486141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u="sng" strike="noStrike" spc="-1" dirty="0" smtClean="0">
                <a:solidFill>
                  <a:srgbClr val="FFFFFF"/>
                </a:solidFill>
                <a:latin typeface="Alfabet Medium"/>
                <a:ea typeface="DejaVu Sans"/>
              </a:rPr>
              <a:t>Módulo Gestión de Personas</a:t>
            </a:r>
            <a:r>
              <a:rPr lang="es-ES" sz="2000" b="0" strike="noStrike" spc="-1" dirty="0" smtClean="0">
                <a:solidFill>
                  <a:srgbClr val="FFFFFF"/>
                </a:solidFill>
                <a:latin typeface="Alfabet Medium"/>
                <a:ea typeface="DejaVu Sans"/>
              </a:rPr>
              <a:t>:</a:t>
            </a:r>
            <a:endParaRPr lang="es-ES" sz="2000" spc="-1" dirty="0">
              <a:solidFill>
                <a:srgbClr val="FFFFFF"/>
              </a:solidFill>
              <a:latin typeface="Alfabet Medium"/>
              <a:ea typeface="DejaVu Sans"/>
            </a:endParaRPr>
          </a:p>
          <a:p>
            <a:pPr marL="342900" indent="-342900">
              <a:lnSpc>
                <a:spcPct val="100000"/>
              </a:lnSpc>
              <a:buFont typeface="Arial" panose="020B0604020202020204" pitchFamily="34" charset="0"/>
              <a:buChar char="•"/>
            </a:pPr>
            <a:r>
              <a:rPr lang="es-ES" sz="2000" b="1" spc="-1" dirty="0">
                <a:solidFill>
                  <a:srgbClr val="FFFFFF"/>
                </a:solidFill>
                <a:latin typeface="Alfabet Medium"/>
                <a:ea typeface="DejaVu Sans"/>
              </a:rPr>
              <a:t>Objetivo</a:t>
            </a:r>
            <a:r>
              <a:rPr lang="es-ES" sz="2000" spc="-1" dirty="0">
                <a:solidFill>
                  <a:srgbClr val="FFFFFF"/>
                </a:solidFill>
                <a:latin typeface="Alfabet Medium"/>
                <a:ea typeface="DejaVu Sans"/>
              </a:rPr>
              <a:t>: </a:t>
            </a:r>
            <a:endParaRPr lang="es-ES" sz="2000" spc="-1" dirty="0" smtClean="0">
              <a:solidFill>
                <a:srgbClr val="FFFFFF"/>
              </a:solidFill>
              <a:latin typeface="Alfabet Medium"/>
              <a:ea typeface="DejaVu Sans"/>
            </a:endParaRPr>
          </a:p>
          <a:p>
            <a:pPr lvl="1"/>
            <a:r>
              <a:rPr lang="es-ES" spc="-1" dirty="0" smtClean="0">
                <a:solidFill>
                  <a:srgbClr val="FFFFFF"/>
                </a:solidFill>
                <a:latin typeface="Alfabet Medium"/>
                <a:ea typeface="DejaVu Sans"/>
              </a:rPr>
              <a:t>Administración </a:t>
            </a:r>
            <a:r>
              <a:rPr lang="es-ES" spc="-1" dirty="0">
                <a:solidFill>
                  <a:srgbClr val="FFFFFF"/>
                </a:solidFill>
                <a:latin typeface="Alfabet Medium"/>
                <a:ea typeface="DejaVu Sans"/>
              </a:rPr>
              <a:t>de los datos del personal </a:t>
            </a:r>
            <a:r>
              <a:rPr lang="es-ES" spc="-1" dirty="0" smtClean="0">
                <a:solidFill>
                  <a:srgbClr val="FFFFFF"/>
                </a:solidFill>
                <a:latin typeface="Alfabet Medium"/>
                <a:ea typeface="DejaVu Sans"/>
              </a:rPr>
              <a:t>docente. </a:t>
            </a:r>
            <a:r>
              <a:rPr lang="es-ES" spc="-1" dirty="0">
                <a:solidFill>
                  <a:srgbClr val="FFFFFF"/>
                </a:solidFill>
                <a:latin typeface="Alfabet Medium"/>
                <a:ea typeface="DejaVu Sans"/>
              </a:rPr>
              <a:t>Este módulo será clave para integrar la información de las personas en otros procesos, como las liquidaciones, inasistencias</a:t>
            </a:r>
            <a:r>
              <a:rPr lang="es-ES" spc="-1" dirty="0" smtClean="0">
                <a:solidFill>
                  <a:srgbClr val="FFFFFF"/>
                </a:solidFill>
                <a:latin typeface="Alfabet Medium"/>
                <a:ea typeface="DejaVu Sans"/>
              </a:rPr>
              <a:t>, bajas </a:t>
            </a:r>
            <a:r>
              <a:rPr lang="es-ES" spc="-1" dirty="0">
                <a:solidFill>
                  <a:srgbClr val="FFFFFF"/>
                </a:solidFill>
                <a:latin typeface="Alfabet Medium"/>
                <a:ea typeface="DejaVu Sans"/>
              </a:rPr>
              <a:t>y devoluciones.</a:t>
            </a:r>
          </a:p>
          <a:p>
            <a:pPr marL="342900" indent="-342900">
              <a:buFont typeface="Arial" panose="020B0604020202020204" pitchFamily="34" charset="0"/>
              <a:buChar char="•"/>
            </a:pPr>
            <a:r>
              <a:rPr lang="es-ES" sz="2000" b="1" spc="-1" dirty="0">
                <a:solidFill>
                  <a:srgbClr val="FFFFFF"/>
                </a:solidFill>
                <a:latin typeface="Alfabet Medium"/>
                <a:ea typeface="DejaVu Sans"/>
              </a:rPr>
              <a:t>Funcionalidades Principales</a:t>
            </a:r>
            <a:r>
              <a:rPr lang="es-ES" sz="2000" spc="-1" dirty="0" smtClean="0">
                <a:solidFill>
                  <a:srgbClr val="FFFFFF"/>
                </a:solidFill>
                <a:latin typeface="Alfabet Medium"/>
                <a:ea typeface="DejaVu Sans"/>
              </a:rPr>
              <a:t>: </a:t>
            </a:r>
          </a:p>
          <a:p>
            <a:pPr marL="800100" lvl="1" indent="-342900">
              <a:buFont typeface="Courier New" panose="02070309020205020404" pitchFamily="49" charset="0"/>
              <a:buChar char="o"/>
            </a:pPr>
            <a:r>
              <a:rPr lang="es-ES" spc="-1" dirty="0" smtClean="0">
                <a:solidFill>
                  <a:srgbClr val="FFFFFF"/>
                </a:solidFill>
                <a:latin typeface="Alfabet Medium"/>
                <a:ea typeface="DejaVu Sans"/>
              </a:rPr>
              <a:t>Registro </a:t>
            </a:r>
            <a:r>
              <a:rPr lang="es-ES" spc="-1" dirty="0">
                <a:solidFill>
                  <a:srgbClr val="FFFFFF"/>
                </a:solidFill>
                <a:latin typeface="Alfabet Medium"/>
                <a:ea typeface="DejaVu Sans"/>
              </a:rPr>
              <a:t>y edición de personas con información clave como: DNI, nombre y apellido, </a:t>
            </a:r>
            <a:r>
              <a:rPr lang="es-ES" spc="-1" dirty="0" smtClean="0">
                <a:solidFill>
                  <a:srgbClr val="FFFFFF"/>
                </a:solidFill>
                <a:latin typeface="Alfabet Medium"/>
                <a:ea typeface="DejaVu Sans"/>
              </a:rPr>
              <a:t>legajo MGP, etc.</a:t>
            </a:r>
            <a:endParaRPr lang="es-ES" spc="-1" dirty="0">
              <a:solidFill>
                <a:srgbClr val="FFFFFF"/>
              </a:solidFill>
              <a:latin typeface="Alfabet Medium"/>
              <a:ea typeface="DejaVu Sans"/>
            </a:endParaRPr>
          </a:p>
          <a:p>
            <a:pPr marL="800100" lvl="1" indent="-342900">
              <a:buFont typeface="Courier New" panose="02070309020205020404" pitchFamily="49" charset="0"/>
              <a:buChar char="o"/>
            </a:pPr>
            <a:r>
              <a:rPr lang="es-ES" spc="-1" dirty="0">
                <a:solidFill>
                  <a:srgbClr val="FFFFFF"/>
                </a:solidFill>
                <a:latin typeface="Alfabet Medium"/>
                <a:ea typeface="DejaVu Sans"/>
              </a:rPr>
              <a:t>Asociaciones entre personas y establecimientos.</a:t>
            </a:r>
          </a:p>
          <a:p>
            <a:pPr marL="800100" lvl="1" indent="-342900">
              <a:buFont typeface="Courier New" panose="02070309020205020404" pitchFamily="49" charset="0"/>
              <a:buChar char="o"/>
            </a:pPr>
            <a:r>
              <a:rPr lang="es-ES" spc="-1" dirty="0">
                <a:solidFill>
                  <a:srgbClr val="FFFFFF"/>
                </a:solidFill>
                <a:latin typeface="Alfabet Medium"/>
                <a:ea typeface="DejaVu Sans"/>
              </a:rPr>
              <a:t>Gestión de </a:t>
            </a:r>
            <a:r>
              <a:rPr lang="es-ES" spc="-1" dirty="0" smtClean="0">
                <a:solidFill>
                  <a:srgbClr val="FFFFFF"/>
                </a:solidFill>
                <a:latin typeface="Alfabet Medium"/>
                <a:ea typeface="DejaVu Sans"/>
              </a:rPr>
              <a:t>bajas e inasistencias.</a:t>
            </a:r>
            <a:endParaRPr lang="es-ES" spc="-1" dirty="0">
              <a:solidFill>
                <a:srgbClr val="FFFFFF"/>
              </a:solidFill>
              <a:latin typeface="Alfabet Medium"/>
              <a:ea typeface="DejaVu Sans"/>
            </a:endParaRPr>
          </a:p>
          <a:p>
            <a:pPr marL="800100" lvl="1" indent="-342900">
              <a:buFont typeface="Courier New" panose="02070309020205020404" pitchFamily="49" charset="0"/>
              <a:buChar char="o"/>
            </a:pPr>
            <a:r>
              <a:rPr lang="es-ES" spc="-1" dirty="0">
                <a:solidFill>
                  <a:srgbClr val="FFFFFF"/>
                </a:solidFill>
                <a:latin typeface="Alfabet Medium"/>
                <a:ea typeface="DejaVu Sans"/>
              </a:rPr>
              <a:t>Validación de la existencia de las personas en </a:t>
            </a:r>
            <a:r>
              <a:rPr lang="es-ES" spc="-1" dirty="0" smtClean="0">
                <a:solidFill>
                  <a:srgbClr val="FFFFFF"/>
                </a:solidFill>
                <a:latin typeface="Alfabet Medium"/>
                <a:ea typeface="DejaVu Sans"/>
              </a:rPr>
              <a:t>base </a:t>
            </a:r>
            <a:r>
              <a:rPr lang="es-ES" spc="-1" dirty="0">
                <a:solidFill>
                  <a:srgbClr val="FFFFFF"/>
                </a:solidFill>
                <a:latin typeface="Alfabet Medium"/>
                <a:ea typeface="DejaVu Sans"/>
              </a:rPr>
              <a:t>de datos al momento de procesar archivos </a:t>
            </a:r>
            <a:r>
              <a:rPr lang="es-ES" spc="-1" dirty="0" smtClean="0">
                <a:solidFill>
                  <a:srgbClr val="FFFFFF"/>
                </a:solidFill>
                <a:latin typeface="Alfabet Medium"/>
                <a:ea typeface="DejaVu Sans"/>
              </a:rPr>
              <a:t>de mecanizadas</a:t>
            </a:r>
            <a:r>
              <a:rPr lang="es-ES" sz="2000" spc="-1" dirty="0">
                <a:solidFill>
                  <a:srgbClr val="FFFFFF"/>
                </a:solidFill>
                <a:latin typeface="Alfabet Medium"/>
                <a:ea typeface="DejaVu Sans"/>
              </a:rPr>
              <a:t>.</a:t>
            </a:r>
          </a:p>
          <a:p>
            <a:pPr marL="342900" indent="-342900">
              <a:lnSpc>
                <a:spcPct val="100000"/>
              </a:lnSpc>
              <a:buFont typeface="Arial" panose="020B0604020202020204" pitchFamily="34" charset="0"/>
              <a:buChar char="•"/>
            </a:pPr>
            <a:r>
              <a:rPr lang="es-ES" sz="2000" b="1" spc="-1" dirty="0">
                <a:solidFill>
                  <a:srgbClr val="FFFFFF"/>
                </a:solidFill>
                <a:latin typeface="Alfabet Medium"/>
                <a:ea typeface="DejaVu Sans"/>
              </a:rPr>
              <a:t>Integración</a:t>
            </a:r>
            <a:r>
              <a:rPr lang="es-ES" sz="2000" spc="-1" dirty="0">
                <a:solidFill>
                  <a:srgbClr val="FFFFFF"/>
                </a:solidFill>
                <a:latin typeface="Alfabet Medium"/>
                <a:ea typeface="DejaVu Sans"/>
              </a:rPr>
              <a:t>: </a:t>
            </a:r>
            <a:endParaRPr lang="es-ES" sz="2000" spc="-1" dirty="0" smtClean="0">
              <a:solidFill>
                <a:srgbClr val="FFFFFF"/>
              </a:solidFill>
              <a:latin typeface="Alfabet Medium"/>
              <a:ea typeface="DejaVu Sans"/>
            </a:endParaRPr>
          </a:p>
          <a:p>
            <a:pPr lvl="1"/>
            <a:r>
              <a:rPr lang="es-ES" spc="-1" dirty="0" smtClean="0">
                <a:solidFill>
                  <a:srgbClr val="FFFFFF"/>
                </a:solidFill>
                <a:latin typeface="Alfabet Medium"/>
                <a:ea typeface="DejaVu Sans"/>
              </a:rPr>
              <a:t>Los </a:t>
            </a:r>
            <a:r>
              <a:rPr lang="es-ES" spc="-1" dirty="0">
                <a:solidFill>
                  <a:srgbClr val="FFFFFF"/>
                </a:solidFill>
                <a:latin typeface="Alfabet Medium"/>
                <a:ea typeface="DejaVu Sans"/>
              </a:rPr>
              <a:t>datos de las personas se utilizarán en todo el sistema, asegurando coherencia en liquidaciones y reportes.</a:t>
            </a:r>
          </a:p>
        </p:txBody>
      </p:sp>
    </p:spTree>
    <p:extLst>
      <p:ext uri="{BB962C8B-B14F-4D97-AF65-F5344CB8AC3E}">
        <p14:creationId xmlns:p14="http://schemas.microsoft.com/office/powerpoint/2010/main" val="96345178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8"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Módulo Gestión de Personas</a:t>
            </a:r>
          </a:p>
        </p:txBody>
      </p:sp>
      <p:pic>
        <p:nvPicPr>
          <p:cNvPr id="2" name="Imagen 1"/>
          <p:cNvPicPr>
            <a:picLocks noChangeAspect="1"/>
          </p:cNvPicPr>
          <p:nvPr/>
        </p:nvPicPr>
        <p:blipFill>
          <a:blip r:embed="rId5"/>
          <a:stretch>
            <a:fillRect/>
          </a:stretch>
        </p:blipFill>
        <p:spPr>
          <a:xfrm>
            <a:off x="144016" y="1766742"/>
            <a:ext cx="8892480" cy="3534466"/>
          </a:xfrm>
          <a:prstGeom prst="rect">
            <a:avLst/>
          </a:prstGeom>
        </p:spPr>
      </p:pic>
    </p:spTree>
    <p:extLst>
      <p:ext uri="{BB962C8B-B14F-4D97-AF65-F5344CB8AC3E}">
        <p14:creationId xmlns:p14="http://schemas.microsoft.com/office/powerpoint/2010/main" val="303305273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7" name="CuadroTexto 2"/>
          <p:cNvSpPr/>
          <p:nvPr/>
        </p:nvSpPr>
        <p:spPr>
          <a:xfrm>
            <a:off x="540000" y="1124744"/>
            <a:ext cx="8208464" cy="459980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r>
              <a:rPr lang="es-ES" sz="2000" b="0" u="sng" strike="noStrike" spc="-1" dirty="0" smtClean="0">
                <a:solidFill>
                  <a:srgbClr val="FFFFFF"/>
                </a:solidFill>
                <a:latin typeface="Alfabet Medium"/>
                <a:ea typeface="DejaVu Sans"/>
              </a:rPr>
              <a:t>Módulo </a:t>
            </a:r>
            <a:r>
              <a:rPr lang="es-ES" sz="2000" u="sng" spc="-1" dirty="0">
                <a:solidFill>
                  <a:srgbClr val="FFFFFF"/>
                </a:solidFill>
                <a:latin typeface="Alfabet Medium"/>
              </a:rPr>
              <a:t>Gestión de POF (Planta Orgánica Funcional</a:t>
            </a:r>
            <a:r>
              <a:rPr lang="es-ES" sz="2000" u="sng" spc="-1" dirty="0" smtClean="0">
                <a:solidFill>
                  <a:srgbClr val="FFFFFF"/>
                </a:solidFill>
                <a:latin typeface="Alfabet Medium"/>
              </a:rPr>
              <a:t>)</a:t>
            </a:r>
            <a:r>
              <a:rPr lang="es-ES" sz="2000" b="0" u="sng" strike="noStrike" spc="-1" dirty="0" smtClean="0">
                <a:solidFill>
                  <a:srgbClr val="FFFFFF"/>
                </a:solidFill>
                <a:latin typeface="Alfabet Medium"/>
                <a:ea typeface="DejaVu Sans"/>
              </a:rPr>
              <a:t>:</a:t>
            </a:r>
            <a:endParaRPr lang="es-ES" sz="2000" u="sng" spc="-1" dirty="0">
              <a:solidFill>
                <a:srgbClr val="FFFFFF"/>
              </a:solidFill>
              <a:latin typeface="Alfabet Medium"/>
              <a:ea typeface="DejaVu Sans"/>
            </a:endParaRPr>
          </a:p>
          <a:p>
            <a:pPr marL="342900" indent="-342900">
              <a:lnSpc>
                <a:spcPct val="100000"/>
              </a:lnSpc>
              <a:spcBef>
                <a:spcPts val="600"/>
              </a:spcBef>
              <a:buFont typeface="Arial" panose="020B0604020202020204" pitchFamily="34" charset="0"/>
              <a:buChar char="•"/>
            </a:pPr>
            <a:r>
              <a:rPr lang="es-ES" sz="2000" b="1" spc="-1" dirty="0">
                <a:solidFill>
                  <a:srgbClr val="FFFFFF"/>
                </a:solidFill>
                <a:latin typeface="Alfabet Medium"/>
                <a:ea typeface="DejaVu Sans"/>
              </a:rPr>
              <a:t>Objetivo</a:t>
            </a:r>
            <a:r>
              <a:rPr lang="es-ES" sz="2000" spc="-1" dirty="0">
                <a:solidFill>
                  <a:srgbClr val="FFFFFF"/>
                </a:solidFill>
                <a:latin typeface="Alfabet Medium"/>
                <a:ea typeface="DejaVu Sans"/>
              </a:rPr>
              <a:t>: </a:t>
            </a:r>
            <a:endParaRPr lang="es-ES" sz="2000" spc="-1" dirty="0" smtClean="0">
              <a:solidFill>
                <a:srgbClr val="FFFFFF"/>
              </a:solidFill>
              <a:latin typeface="Alfabet Medium"/>
              <a:ea typeface="DejaVu Sans"/>
            </a:endParaRPr>
          </a:p>
          <a:p>
            <a:pPr lvl="1"/>
            <a:r>
              <a:rPr lang="es-ES" spc="-1" dirty="0">
                <a:solidFill>
                  <a:srgbClr val="FFFFFF"/>
                </a:solidFill>
                <a:latin typeface="Alfabet Medium"/>
                <a:ea typeface="DejaVu Sans"/>
              </a:rPr>
              <a:t>Administración y estructuración de los cargos y funciones dentro de los establecimientos educativos</a:t>
            </a:r>
          </a:p>
          <a:p>
            <a:pPr marL="342900" indent="-342900">
              <a:spcBef>
                <a:spcPts val="600"/>
              </a:spcBef>
              <a:buFont typeface="Arial" panose="020B0604020202020204" pitchFamily="34" charset="0"/>
              <a:buChar char="•"/>
            </a:pPr>
            <a:r>
              <a:rPr lang="es-ES" sz="2000" b="1" spc="-1" dirty="0" smtClean="0">
                <a:solidFill>
                  <a:srgbClr val="FFFFFF"/>
                </a:solidFill>
                <a:latin typeface="Alfabet Medium"/>
                <a:ea typeface="DejaVu Sans"/>
              </a:rPr>
              <a:t>Funcionalidades Principales</a:t>
            </a:r>
            <a:r>
              <a:rPr lang="es-ES" sz="2000" spc="-1" dirty="0" smtClean="0">
                <a:solidFill>
                  <a:srgbClr val="FFFFFF"/>
                </a:solidFill>
                <a:latin typeface="Alfabet Medium"/>
                <a:ea typeface="DejaVu Sans"/>
              </a:rPr>
              <a:t>: </a:t>
            </a:r>
          </a:p>
          <a:p>
            <a:pPr marL="800100" lvl="1" indent="-342900">
              <a:buFont typeface="Courier New" panose="02070309020205020404" pitchFamily="49" charset="0"/>
              <a:buChar char="o"/>
            </a:pPr>
            <a:r>
              <a:rPr lang="es-ES" spc="-1" dirty="0">
                <a:solidFill>
                  <a:srgbClr val="FFFFFF"/>
                </a:solidFill>
                <a:latin typeface="Alfabet Medium"/>
                <a:ea typeface="DejaVu Sans"/>
              </a:rPr>
              <a:t>Asociaciones entre </a:t>
            </a:r>
            <a:r>
              <a:rPr lang="es-ES" spc="-1" dirty="0" smtClean="0">
                <a:solidFill>
                  <a:srgbClr val="FFFFFF"/>
                </a:solidFill>
                <a:latin typeface="Alfabet Medium"/>
                <a:ea typeface="DejaVu Sans"/>
              </a:rPr>
              <a:t>personas, establecimientos </a:t>
            </a:r>
            <a:r>
              <a:rPr lang="es-ES" spc="-1" dirty="0">
                <a:solidFill>
                  <a:srgbClr val="FFFFFF"/>
                </a:solidFill>
                <a:latin typeface="Alfabet Medium"/>
                <a:ea typeface="DejaVu Sans"/>
              </a:rPr>
              <a:t>y cargos dentro de la POF</a:t>
            </a:r>
          </a:p>
          <a:p>
            <a:pPr marL="800100" lvl="1" indent="-342900">
              <a:buFont typeface="Courier New" panose="02070309020205020404" pitchFamily="49" charset="0"/>
              <a:buChar char="o"/>
            </a:pPr>
            <a:r>
              <a:rPr lang="es-ES" spc="-1" dirty="0">
                <a:solidFill>
                  <a:srgbClr val="FFFFFF"/>
                </a:solidFill>
                <a:latin typeface="Alfabet Medium"/>
                <a:ea typeface="DejaVu Sans"/>
              </a:rPr>
              <a:t>Registro de la POF por establecimiento: Cargos, horas designadas, situación de revista, </a:t>
            </a:r>
            <a:r>
              <a:rPr lang="es-ES" spc="-1" dirty="0" smtClean="0">
                <a:solidFill>
                  <a:srgbClr val="FFFFFF"/>
                </a:solidFill>
                <a:latin typeface="Alfabet Medium"/>
                <a:ea typeface="DejaVu Sans"/>
              </a:rPr>
              <a:t>entre </a:t>
            </a:r>
            <a:r>
              <a:rPr lang="es-ES" spc="-1" dirty="0">
                <a:solidFill>
                  <a:srgbClr val="FFFFFF"/>
                </a:solidFill>
                <a:latin typeface="Alfabet Medium"/>
                <a:ea typeface="DejaVu Sans"/>
              </a:rPr>
              <a:t>otros.</a:t>
            </a:r>
          </a:p>
          <a:p>
            <a:pPr marL="800100" lvl="1" indent="-342900">
              <a:buFont typeface="Courier New" panose="02070309020205020404" pitchFamily="49" charset="0"/>
              <a:buChar char="o"/>
            </a:pPr>
            <a:r>
              <a:rPr lang="es-ES" spc="-1" dirty="0">
                <a:solidFill>
                  <a:srgbClr val="FFFFFF"/>
                </a:solidFill>
                <a:latin typeface="Alfabet Medium"/>
                <a:ea typeface="DejaVu Sans"/>
              </a:rPr>
              <a:t>Actualización </a:t>
            </a:r>
            <a:r>
              <a:rPr lang="es-ES" spc="-1" dirty="0" smtClean="0">
                <a:solidFill>
                  <a:srgbClr val="FFFFFF"/>
                </a:solidFill>
                <a:latin typeface="Alfabet Medium"/>
                <a:ea typeface="DejaVu Sans"/>
              </a:rPr>
              <a:t>de </a:t>
            </a:r>
            <a:r>
              <a:rPr lang="es-ES" spc="-1" dirty="0">
                <a:solidFill>
                  <a:srgbClr val="FFFFFF"/>
                </a:solidFill>
                <a:latin typeface="Alfabet Medium"/>
                <a:ea typeface="DejaVu Sans"/>
              </a:rPr>
              <a:t>la POF ante cambios de personal, altas y bajas.</a:t>
            </a:r>
          </a:p>
          <a:p>
            <a:pPr marL="800100" lvl="1" indent="-342900">
              <a:buFont typeface="Courier New" panose="02070309020205020404" pitchFamily="49" charset="0"/>
              <a:buChar char="o"/>
            </a:pPr>
            <a:r>
              <a:rPr lang="es-ES" spc="-1" dirty="0" smtClean="0">
                <a:solidFill>
                  <a:srgbClr val="FFFFFF"/>
                </a:solidFill>
                <a:latin typeface="Alfabet Medium"/>
                <a:ea typeface="DejaVu Sans"/>
              </a:rPr>
              <a:t>Validación </a:t>
            </a:r>
            <a:r>
              <a:rPr lang="es-ES" spc="-1" dirty="0">
                <a:solidFill>
                  <a:srgbClr val="FFFFFF"/>
                </a:solidFill>
                <a:latin typeface="Alfabet Medium"/>
                <a:ea typeface="DejaVu Sans"/>
              </a:rPr>
              <a:t>de la estructura de la POF al procesar archivos </a:t>
            </a:r>
            <a:r>
              <a:rPr lang="es-ES" spc="-1" dirty="0" smtClean="0">
                <a:solidFill>
                  <a:srgbClr val="FFFFFF"/>
                </a:solidFill>
                <a:latin typeface="Alfabet Medium"/>
                <a:ea typeface="DejaVu Sans"/>
              </a:rPr>
              <a:t>de mecanizadas.</a:t>
            </a:r>
          </a:p>
          <a:p>
            <a:pPr marL="342900" indent="-342900">
              <a:lnSpc>
                <a:spcPct val="100000"/>
              </a:lnSpc>
              <a:spcBef>
                <a:spcPts val="600"/>
              </a:spcBef>
              <a:buFont typeface="Arial" panose="020B0604020202020204" pitchFamily="34" charset="0"/>
              <a:buChar char="•"/>
            </a:pPr>
            <a:r>
              <a:rPr lang="es-ES" sz="2000" b="1" spc="-1" dirty="0" smtClean="0">
                <a:solidFill>
                  <a:srgbClr val="FFFFFF"/>
                </a:solidFill>
                <a:latin typeface="Alfabet Medium"/>
                <a:ea typeface="DejaVu Sans"/>
              </a:rPr>
              <a:t>Integración</a:t>
            </a:r>
            <a:r>
              <a:rPr lang="es-ES" sz="2000" spc="-1" dirty="0" smtClean="0">
                <a:solidFill>
                  <a:srgbClr val="FFFFFF"/>
                </a:solidFill>
                <a:latin typeface="Alfabet Medium"/>
                <a:ea typeface="DejaVu Sans"/>
              </a:rPr>
              <a:t>: </a:t>
            </a:r>
          </a:p>
          <a:p>
            <a:pPr lvl="1"/>
            <a:r>
              <a:rPr lang="es-ES" spc="-1" dirty="0">
                <a:solidFill>
                  <a:srgbClr val="FFFFFF"/>
                </a:solidFill>
                <a:latin typeface="Alfabet Medium"/>
                <a:ea typeface="DejaVu Sans"/>
              </a:rPr>
              <a:t>Se relaciona directamente con la Gestión de Personas y de </a:t>
            </a:r>
            <a:r>
              <a:rPr lang="es-ES" spc="-1" dirty="0" smtClean="0">
                <a:solidFill>
                  <a:srgbClr val="FFFFFF"/>
                </a:solidFill>
                <a:latin typeface="Alfabet Medium"/>
                <a:ea typeface="DejaVu Sans"/>
              </a:rPr>
              <a:t>Establecimientos</a:t>
            </a:r>
            <a:endParaRPr lang="es-ES" spc="-1" dirty="0">
              <a:solidFill>
                <a:srgbClr val="FFFFFF"/>
              </a:solidFill>
              <a:latin typeface="Alfabet Medium"/>
              <a:ea typeface="DejaVu Sans"/>
            </a:endParaRPr>
          </a:p>
        </p:txBody>
      </p:sp>
    </p:spTree>
    <p:extLst>
      <p:ext uri="{BB962C8B-B14F-4D97-AF65-F5344CB8AC3E}">
        <p14:creationId xmlns:p14="http://schemas.microsoft.com/office/powerpoint/2010/main" val="284102203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8"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Módulo Gestión de POF</a:t>
            </a:r>
          </a:p>
        </p:txBody>
      </p:sp>
      <p:pic>
        <p:nvPicPr>
          <p:cNvPr id="2" name="Imagen 1"/>
          <p:cNvPicPr>
            <a:picLocks noChangeAspect="1"/>
          </p:cNvPicPr>
          <p:nvPr/>
        </p:nvPicPr>
        <p:blipFill>
          <a:blip r:embed="rId5"/>
          <a:stretch>
            <a:fillRect/>
          </a:stretch>
        </p:blipFill>
        <p:spPr>
          <a:xfrm>
            <a:off x="323528" y="1508886"/>
            <a:ext cx="8568952" cy="4728426"/>
          </a:xfrm>
          <a:prstGeom prst="rect">
            <a:avLst/>
          </a:prstGeom>
        </p:spPr>
      </p:pic>
    </p:spTree>
    <p:extLst>
      <p:ext uri="{BB962C8B-B14F-4D97-AF65-F5344CB8AC3E}">
        <p14:creationId xmlns:p14="http://schemas.microsoft.com/office/powerpoint/2010/main" val="268557568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8"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Módulo Gestión de </a:t>
            </a:r>
            <a:r>
              <a:rPr lang="es-ES" sz="2000" b="0" strike="noStrike" spc="-1" dirty="0" smtClean="0">
                <a:solidFill>
                  <a:srgbClr val="FFFFFF"/>
                </a:solidFill>
                <a:latin typeface="Alfabet Medium"/>
                <a:ea typeface="DejaVu Sans"/>
              </a:rPr>
              <a:t>POF (cont.)</a:t>
            </a:r>
            <a:endParaRPr lang="es-ES" sz="2000" b="0" strike="noStrike" spc="-1" dirty="0" smtClean="0">
              <a:solidFill>
                <a:srgbClr val="FFFFFF"/>
              </a:solidFill>
              <a:latin typeface="Alfabet Medium"/>
              <a:ea typeface="DejaVu Sans"/>
            </a:endParaRPr>
          </a:p>
        </p:txBody>
      </p:sp>
      <p:pic>
        <p:nvPicPr>
          <p:cNvPr id="3" name="Imagen 2"/>
          <p:cNvPicPr>
            <a:picLocks noChangeAspect="1"/>
          </p:cNvPicPr>
          <p:nvPr/>
        </p:nvPicPr>
        <p:blipFill>
          <a:blip r:embed="rId5"/>
          <a:stretch>
            <a:fillRect/>
          </a:stretch>
        </p:blipFill>
        <p:spPr>
          <a:xfrm>
            <a:off x="35496" y="2202368"/>
            <a:ext cx="9036496" cy="2482800"/>
          </a:xfrm>
          <a:prstGeom prst="rect">
            <a:avLst/>
          </a:prstGeom>
        </p:spPr>
      </p:pic>
    </p:spTree>
    <p:extLst>
      <p:ext uri="{BB962C8B-B14F-4D97-AF65-F5344CB8AC3E}">
        <p14:creationId xmlns:p14="http://schemas.microsoft.com/office/powerpoint/2010/main" val="366771387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9" name="CuadroTexto 2"/>
          <p:cNvSpPr/>
          <p:nvPr/>
        </p:nvSpPr>
        <p:spPr>
          <a:xfrm>
            <a:off x="540000" y="1463586"/>
            <a:ext cx="8208464" cy="3045534"/>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r>
              <a:rPr lang="es-ES" sz="2000" b="0" u="sng" strike="noStrike" spc="-1" dirty="0" smtClean="0">
                <a:solidFill>
                  <a:srgbClr val="FFFFFF"/>
                </a:solidFill>
                <a:latin typeface="Alfabet Medium"/>
                <a:ea typeface="DejaVu Sans"/>
              </a:rPr>
              <a:t>Módulo </a:t>
            </a:r>
            <a:r>
              <a:rPr lang="es-ES" sz="2000" u="sng" spc="-1" dirty="0">
                <a:solidFill>
                  <a:srgbClr val="FFFFFF"/>
                </a:solidFill>
                <a:latin typeface="Alfabet Medium"/>
              </a:rPr>
              <a:t>Gestión de </a:t>
            </a:r>
            <a:r>
              <a:rPr lang="es-ES" sz="2000" u="sng" spc="-1" dirty="0" smtClean="0">
                <a:solidFill>
                  <a:srgbClr val="FFFFFF"/>
                </a:solidFill>
                <a:latin typeface="Alfabet Medium"/>
              </a:rPr>
              <a:t>Cabeceras</a:t>
            </a:r>
            <a:r>
              <a:rPr lang="es-ES" sz="2000" b="0" u="sng" strike="noStrike" spc="-1" dirty="0" smtClean="0">
                <a:solidFill>
                  <a:srgbClr val="FFFFFF"/>
                </a:solidFill>
                <a:latin typeface="Alfabet Medium"/>
                <a:ea typeface="DejaVu Sans"/>
              </a:rPr>
              <a:t>:</a:t>
            </a:r>
            <a:endParaRPr lang="es-ES" sz="2000" u="sng" spc="-1" dirty="0">
              <a:solidFill>
                <a:srgbClr val="FFFFFF"/>
              </a:solidFill>
              <a:latin typeface="Alfabet Medium"/>
              <a:ea typeface="DejaVu Sans"/>
            </a:endParaRPr>
          </a:p>
          <a:p>
            <a:pPr marL="342900" indent="-342900">
              <a:lnSpc>
                <a:spcPct val="100000"/>
              </a:lnSpc>
              <a:spcBef>
                <a:spcPts val="600"/>
              </a:spcBef>
              <a:buFont typeface="Arial" panose="020B0604020202020204" pitchFamily="34" charset="0"/>
              <a:buChar char="•"/>
            </a:pPr>
            <a:endParaRPr lang="es-ES" sz="2000" b="1" spc="-1" dirty="0" smtClean="0">
              <a:solidFill>
                <a:srgbClr val="FFFFFF"/>
              </a:solidFill>
              <a:latin typeface="Alfabet Medium"/>
              <a:ea typeface="DejaVu Sans"/>
            </a:endParaRPr>
          </a:p>
          <a:p>
            <a:pPr marL="342900" indent="-342900">
              <a:lnSpc>
                <a:spcPct val="100000"/>
              </a:lnSpc>
              <a:spcBef>
                <a:spcPts val="600"/>
              </a:spcBef>
              <a:buFont typeface="Arial" panose="020B0604020202020204" pitchFamily="34" charset="0"/>
              <a:buChar char="•"/>
            </a:pPr>
            <a:r>
              <a:rPr lang="es-ES" sz="2000" b="1" spc="-1" dirty="0" smtClean="0">
                <a:solidFill>
                  <a:srgbClr val="FFFFFF"/>
                </a:solidFill>
                <a:latin typeface="Alfabet Medium"/>
                <a:ea typeface="DejaVu Sans"/>
              </a:rPr>
              <a:t>Objetivo</a:t>
            </a:r>
            <a:r>
              <a:rPr lang="es-ES" sz="2000" spc="-1" dirty="0">
                <a:solidFill>
                  <a:srgbClr val="FFFFFF"/>
                </a:solidFill>
                <a:latin typeface="Alfabet Medium"/>
                <a:ea typeface="DejaVu Sans"/>
              </a:rPr>
              <a:t>: </a:t>
            </a:r>
            <a:endParaRPr lang="es-ES" sz="2000" spc="-1" dirty="0" smtClean="0">
              <a:solidFill>
                <a:srgbClr val="FFFFFF"/>
              </a:solidFill>
              <a:latin typeface="Alfabet Medium"/>
              <a:ea typeface="DejaVu Sans"/>
            </a:endParaRPr>
          </a:p>
          <a:p>
            <a:pPr lvl="1"/>
            <a:r>
              <a:rPr lang="es-ES" spc="-1" dirty="0">
                <a:solidFill>
                  <a:srgbClr val="FFFFFF"/>
                </a:solidFill>
                <a:latin typeface="Alfabet Medium"/>
                <a:ea typeface="DejaVu Sans"/>
              </a:rPr>
              <a:t>Registrar los periodos de liquidación y centralizar la información de cada proceso de liquidación de </a:t>
            </a:r>
            <a:r>
              <a:rPr lang="es-ES" spc="-1" dirty="0" smtClean="0">
                <a:solidFill>
                  <a:srgbClr val="FFFFFF"/>
                </a:solidFill>
                <a:latin typeface="Alfabet Medium"/>
                <a:ea typeface="DejaVu Sans"/>
              </a:rPr>
              <a:t>devoluciones</a:t>
            </a:r>
            <a:endParaRPr lang="es-ES" spc="-1" dirty="0">
              <a:solidFill>
                <a:srgbClr val="FFFFFF"/>
              </a:solidFill>
              <a:latin typeface="Alfabet Medium"/>
              <a:ea typeface="DejaVu Sans"/>
            </a:endParaRPr>
          </a:p>
          <a:p>
            <a:pPr marL="342900" indent="-342900">
              <a:spcBef>
                <a:spcPts val="600"/>
              </a:spcBef>
              <a:buFont typeface="Arial" panose="020B0604020202020204" pitchFamily="34" charset="0"/>
              <a:buChar char="•"/>
            </a:pPr>
            <a:endParaRPr lang="es-ES" sz="2000" b="1" spc="-1" dirty="0" smtClean="0">
              <a:solidFill>
                <a:srgbClr val="FFFFFF"/>
              </a:solidFill>
              <a:latin typeface="Alfabet Medium"/>
              <a:ea typeface="DejaVu Sans"/>
            </a:endParaRPr>
          </a:p>
          <a:p>
            <a:pPr marL="342900" indent="-342900">
              <a:spcBef>
                <a:spcPts val="600"/>
              </a:spcBef>
              <a:buFont typeface="Arial" panose="020B0604020202020204" pitchFamily="34" charset="0"/>
              <a:buChar char="•"/>
            </a:pPr>
            <a:r>
              <a:rPr lang="es-ES" sz="2000" b="1" spc="-1" dirty="0" smtClean="0">
                <a:solidFill>
                  <a:srgbClr val="FFFFFF"/>
                </a:solidFill>
                <a:latin typeface="Alfabet Medium"/>
                <a:ea typeface="DejaVu Sans"/>
              </a:rPr>
              <a:t>Relación</a:t>
            </a:r>
            <a:r>
              <a:rPr lang="es-ES" sz="2000" spc="-1" dirty="0" smtClean="0">
                <a:solidFill>
                  <a:srgbClr val="FFFFFF"/>
                </a:solidFill>
                <a:latin typeface="Alfabet Medium"/>
                <a:ea typeface="DejaVu Sans"/>
              </a:rPr>
              <a:t>: </a:t>
            </a:r>
          </a:p>
          <a:p>
            <a:pPr lvl="1"/>
            <a:r>
              <a:rPr lang="es-AR" spc="-1" dirty="0">
                <a:solidFill>
                  <a:srgbClr val="FFFFFF"/>
                </a:solidFill>
                <a:latin typeface="Alfabet Medium"/>
                <a:ea typeface="DejaVu Sans"/>
              </a:rPr>
              <a:t>Cada registro de Cabecera se utilizará para vincular los registros de </a:t>
            </a:r>
            <a:r>
              <a:rPr lang="es-AR" spc="-1" dirty="0" smtClean="0">
                <a:solidFill>
                  <a:srgbClr val="FFFFFF"/>
                </a:solidFill>
                <a:latin typeface="Alfabet Medium"/>
                <a:ea typeface="DejaVu Sans"/>
              </a:rPr>
              <a:t>liquidaciones de mecanizadas</a:t>
            </a:r>
            <a:r>
              <a:rPr lang="es-AR" spc="-1" dirty="0">
                <a:solidFill>
                  <a:srgbClr val="FFFFFF"/>
                </a:solidFill>
                <a:latin typeface="Alfabet Medium"/>
                <a:ea typeface="DejaVu Sans"/>
              </a:rPr>
              <a:t>, bajas e </a:t>
            </a:r>
            <a:r>
              <a:rPr lang="es-AR" spc="-1" dirty="0" smtClean="0">
                <a:solidFill>
                  <a:srgbClr val="FFFFFF"/>
                </a:solidFill>
                <a:latin typeface="Alfabet Medium"/>
                <a:ea typeface="DejaVu Sans"/>
              </a:rPr>
              <a:t>inasistencias</a:t>
            </a:r>
            <a:endParaRPr lang="es-ES" spc="-1" dirty="0">
              <a:solidFill>
                <a:srgbClr val="FFFFFF"/>
              </a:solidFill>
              <a:latin typeface="Alfabet Medium"/>
              <a:ea typeface="DejaVu Sans"/>
            </a:endParaRPr>
          </a:p>
        </p:txBody>
      </p:sp>
    </p:spTree>
    <p:extLst>
      <p:ext uri="{BB962C8B-B14F-4D97-AF65-F5344CB8AC3E}">
        <p14:creationId xmlns:p14="http://schemas.microsoft.com/office/powerpoint/2010/main" val="152649993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Módulo Gestión de Cabeceras</a:t>
            </a:r>
          </a:p>
        </p:txBody>
      </p:sp>
      <p:pic>
        <p:nvPicPr>
          <p:cNvPr id="2" name="Imagen 1"/>
          <p:cNvPicPr>
            <a:picLocks noChangeAspect="1"/>
          </p:cNvPicPr>
          <p:nvPr/>
        </p:nvPicPr>
        <p:blipFill>
          <a:blip r:embed="rId5"/>
          <a:stretch>
            <a:fillRect/>
          </a:stretch>
        </p:blipFill>
        <p:spPr>
          <a:xfrm>
            <a:off x="0" y="2150390"/>
            <a:ext cx="9144000" cy="2557220"/>
          </a:xfrm>
          <a:prstGeom prst="rect">
            <a:avLst/>
          </a:prstGeom>
        </p:spPr>
      </p:pic>
    </p:spTree>
    <p:extLst>
      <p:ext uri="{BB962C8B-B14F-4D97-AF65-F5344CB8AC3E}">
        <p14:creationId xmlns:p14="http://schemas.microsoft.com/office/powerpoint/2010/main" val="205287657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8" name="CuadroTexto 2"/>
          <p:cNvSpPr/>
          <p:nvPr/>
        </p:nvSpPr>
        <p:spPr>
          <a:xfrm>
            <a:off x="540000" y="1641282"/>
            <a:ext cx="8208464" cy="34764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u="sng" strike="noStrike" spc="-1" dirty="0" smtClean="0">
                <a:solidFill>
                  <a:srgbClr val="FFFFFF"/>
                </a:solidFill>
                <a:latin typeface="Alfabet Medium"/>
                <a:ea typeface="DejaVu Sans"/>
              </a:rPr>
              <a:t>Módulo Procesamiento de Archivos</a:t>
            </a:r>
            <a:r>
              <a:rPr lang="es-ES" sz="2000" b="0" strike="noStrike" spc="-1" dirty="0" smtClean="0">
                <a:solidFill>
                  <a:srgbClr val="FFFFFF"/>
                </a:solidFill>
                <a:latin typeface="Alfabet Medium"/>
                <a:ea typeface="DejaVu Sans"/>
              </a:rPr>
              <a:t>:</a:t>
            </a:r>
          </a:p>
          <a:p>
            <a:pPr>
              <a:lnSpc>
                <a:spcPct val="100000"/>
              </a:lnSpc>
            </a:pPr>
            <a:endParaRPr lang="es-ES" sz="2000" b="0" strike="noStrike" spc="-1" dirty="0" smtClean="0">
              <a:solidFill>
                <a:srgbClr val="FFFFFF"/>
              </a:solidFill>
              <a:latin typeface="Alfabet Medium"/>
              <a:ea typeface="DejaVu Sans"/>
            </a:endParaRPr>
          </a:p>
          <a:p>
            <a:pPr marL="342900" lvl="0" indent="-342900">
              <a:buFont typeface="Arial" panose="020B0604020202020204" pitchFamily="34" charset="0"/>
              <a:buChar char="•"/>
            </a:pPr>
            <a:r>
              <a:rPr lang="es-ES" sz="2000" spc="-1" dirty="0">
                <a:solidFill>
                  <a:srgbClr val="FFFFFF"/>
                </a:solidFill>
                <a:latin typeface="Alfabet Medium"/>
                <a:ea typeface="DejaVu Sans"/>
              </a:rPr>
              <a:t>Interfaz de Carga: Desarrollar una interfaz de usuario intuitiva para la carga de archivos de texto plano. Esta interfaz </a:t>
            </a:r>
            <a:r>
              <a:rPr lang="es-ES" sz="2000" spc="-1" dirty="0" smtClean="0">
                <a:solidFill>
                  <a:srgbClr val="FFFFFF"/>
                </a:solidFill>
                <a:latin typeface="Alfabet Medium"/>
                <a:ea typeface="DejaVu Sans"/>
              </a:rPr>
              <a:t>permitirá:</a:t>
            </a:r>
            <a:endParaRPr lang="es-AR" sz="2000" spc="-1" dirty="0">
              <a:solidFill>
                <a:srgbClr val="FFFFFF"/>
              </a:solidFill>
              <a:latin typeface="Alfabet Medium"/>
              <a:ea typeface="DejaVu Sans"/>
            </a:endParaRPr>
          </a:p>
          <a:p>
            <a:pPr marL="342900" lvl="0" indent="-342900">
              <a:buFont typeface="Arial" panose="020B0604020202020204" pitchFamily="34" charset="0"/>
              <a:buChar char="•"/>
            </a:pPr>
            <a:endParaRPr lang="es-AR" sz="2000" spc="-1" dirty="0">
              <a:solidFill>
                <a:srgbClr val="FFFFFF"/>
              </a:solidFill>
              <a:latin typeface="Alfabet Medium"/>
              <a:ea typeface="DejaVu Sans"/>
            </a:endParaRPr>
          </a:p>
          <a:p>
            <a:pPr marL="800100" lvl="1" indent="-342900">
              <a:buFont typeface="Courier New" panose="02070309020205020404" pitchFamily="49" charset="0"/>
              <a:buChar char="o"/>
            </a:pPr>
            <a:r>
              <a:rPr lang="es-ES" sz="2000" spc="-1" dirty="0" smtClean="0">
                <a:solidFill>
                  <a:srgbClr val="FFFFFF"/>
                </a:solidFill>
                <a:latin typeface="Alfabet Medium"/>
                <a:ea typeface="DejaVu Sans"/>
              </a:rPr>
              <a:t>Seleccionar </a:t>
            </a:r>
            <a:r>
              <a:rPr lang="es-ES" sz="2000" spc="-1" dirty="0">
                <a:solidFill>
                  <a:srgbClr val="FFFFFF"/>
                </a:solidFill>
                <a:latin typeface="Alfabet Medium"/>
                <a:ea typeface="DejaVu Sans"/>
              </a:rPr>
              <a:t>y cargar los archivos enviados por la Dirección General de Escuelas de </a:t>
            </a:r>
            <a:r>
              <a:rPr lang="es-ES" sz="2000" spc="-1" dirty="0" smtClean="0">
                <a:solidFill>
                  <a:srgbClr val="FFFFFF"/>
                </a:solidFill>
                <a:latin typeface="Alfabet Medium"/>
                <a:ea typeface="DejaVu Sans"/>
              </a:rPr>
              <a:t>Provincia</a:t>
            </a:r>
            <a:endParaRPr lang="es-AR" sz="2000" spc="-1" dirty="0">
              <a:solidFill>
                <a:srgbClr val="FFFFFF"/>
              </a:solidFill>
              <a:latin typeface="Alfabet Medium"/>
              <a:ea typeface="DejaVu Sans"/>
            </a:endParaRPr>
          </a:p>
          <a:p>
            <a:pPr marL="800100" lvl="1" indent="-342900">
              <a:buFont typeface="Courier New" panose="02070309020205020404" pitchFamily="49" charset="0"/>
              <a:buChar char="o"/>
            </a:pPr>
            <a:endParaRPr lang="es-ES" sz="2000" spc="-1" dirty="0" smtClean="0">
              <a:solidFill>
                <a:srgbClr val="FFFFFF"/>
              </a:solidFill>
              <a:latin typeface="Alfabet Medium"/>
              <a:ea typeface="DejaVu Sans"/>
            </a:endParaRPr>
          </a:p>
          <a:p>
            <a:pPr marL="800100" lvl="1" indent="-342900">
              <a:buFont typeface="Courier New" panose="02070309020205020404" pitchFamily="49" charset="0"/>
              <a:buChar char="o"/>
            </a:pPr>
            <a:r>
              <a:rPr lang="es-ES" sz="2000" spc="-1" dirty="0" smtClean="0">
                <a:solidFill>
                  <a:srgbClr val="FFFFFF"/>
                </a:solidFill>
                <a:latin typeface="Alfabet Medium"/>
                <a:ea typeface="DejaVu Sans"/>
              </a:rPr>
              <a:t>Validar </a:t>
            </a:r>
            <a:r>
              <a:rPr lang="es-ES" sz="2000" spc="-1" dirty="0">
                <a:solidFill>
                  <a:srgbClr val="FFFFFF"/>
                </a:solidFill>
                <a:latin typeface="Alfabet Medium"/>
                <a:ea typeface="DejaVu Sans"/>
              </a:rPr>
              <a:t>el formato y la estructura del archivo antes de procesarlo</a:t>
            </a:r>
            <a:endParaRPr lang="es-AR" sz="2000" spc="-1" dirty="0">
              <a:solidFill>
                <a:srgbClr val="FFFFFF"/>
              </a:solidFill>
              <a:latin typeface="Alfabet Medium"/>
              <a:ea typeface="DejaVu Sans"/>
            </a:endParaRPr>
          </a:p>
        </p:txBody>
      </p:sp>
    </p:spTree>
    <p:extLst>
      <p:ext uri="{BB962C8B-B14F-4D97-AF65-F5344CB8AC3E}">
        <p14:creationId xmlns:p14="http://schemas.microsoft.com/office/powerpoint/2010/main" val="262802174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1 - Importación de Archivo Plano</a:t>
            </a:r>
            <a:endParaRPr lang="es-ES" sz="2000" b="0" strike="noStrike" spc="-1" dirty="0" smtClean="0">
              <a:solidFill>
                <a:srgbClr val="FFFFFF"/>
              </a:solidFill>
              <a:latin typeface="Alfabet Medium"/>
              <a:ea typeface="DejaVu Sans"/>
            </a:endParaRPr>
          </a:p>
        </p:txBody>
      </p:sp>
      <p:pic>
        <p:nvPicPr>
          <p:cNvPr id="3" name="Imagen 2"/>
          <p:cNvPicPr>
            <a:picLocks noChangeAspect="1"/>
          </p:cNvPicPr>
          <p:nvPr/>
        </p:nvPicPr>
        <p:blipFill>
          <a:blip r:embed="rId5"/>
          <a:stretch>
            <a:fillRect/>
          </a:stretch>
        </p:blipFill>
        <p:spPr>
          <a:xfrm>
            <a:off x="1619672" y="2348880"/>
            <a:ext cx="7360174" cy="3383829"/>
          </a:xfrm>
          <a:prstGeom prst="rect">
            <a:avLst/>
          </a:prstGeom>
        </p:spPr>
      </p:pic>
      <p:pic>
        <p:nvPicPr>
          <p:cNvPr id="4" name="Imagen 3"/>
          <p:cNvPicPr>
            <a:picLocks noChangeAspect="1"/>
          </p:cNvPicPr>
          <p:nvPr/>
        </p:nvPicPr>
        <p:blipFill>
          <a:blip r:embed="rId6"/>
          <a:stretch>
            <a:fillRect/>
          </a:stretch>
        </p:blipFill>
        <p:spPr>
          <a:xfrm>
            <a:off x="107504" y="1822592"/>
            <a:ext cx="6840760" cy="3060454"/>
          </a:xfrm>
          <a:prstGeom prst="rect">
            <a:avLst/>
          </a:prstGeom>
        </p:spPr>
      </p:pic>
    </p:spTree>
    <p:extLst>
      <p:ext uri="{BB962C8B-B14F-4D97-AF65-F5344CB8AC3E}">
        <p14:creationId xmlns:p14="http://schemas.microsoft.com/office/powerpoint/2010/main" val="339750420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4"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5"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spc="-1" dirty="0">
                <a:solidFill>
                  <a:srgbClr val="FFFFFF"/>
                </a:solidFill>
                <a:latin typeface="Alfabet Medium"/>
                <a:ea typeface="DejaVu Sans"/>
              </a:rPr>
              <a:t>2</a:t>
            </a:r>
            <a:r>
              <a:rPr lang="es-ES" sz="2000" b="0" strike="noStrike" spc="-1" dirty="0" smtClean="0">
                <a:solidFill>
                  <a:srgbClr val="FFFFFF"/>
                </a:solidFill>
                <a:latin typeface="Alfabet Medium"/>
                <a:ea typeface="DejaVu Sans"/>
              </a:rPr>
              <a:t> - Reversión de Importación</a:t>
            </a:r>
            <a:endParaRPr lang="es-ES" sz="2000" b="0" strike="noStrike" spc="-1" dirty="0" smtClean="0">
              <a:solidFill>
                <a:srgbClr val="FFFFFF"/>
              </a:solidFill>
              <a:latin typeface="Alfabet Medium"/>
              <a:ea typeface="DejaVu Sans"/>
            </a:endParaRPr>
          </a:p>
        </p:txBody>
      </p:sp>
      <p:sp>
        <p:nvSpPr>
          <p:cNvPr id="7" name="CuadroTexto 2"/>
          <p:cNvSpPr/>
          <p:nvPr/>
        </p:nvSpPr>
        <p:spPr>
          <a:xfrm>
            <a:off x="558546" y="1715226"/>
            <a:ext cx="8045454" cy="393808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r>
              <a:rPr lang="es-ES" sz="2000" spc="-1" dirty="0">
                <a:solidFill>
                  <a:srgbClr val="FFFFFF"/>
                </a:solidFill>
                <a:latin typeface="Alfabet Medium"/>
                <a:ea typeface="DejaVu Sans"/>
              </a:rPr>
              <a:t>Si ocurriera algún error durante la importación, que no permitiera finalizar la importación de todos los registros (por ejemplo corte de luz, corte de red, etc.) se desarrollará un proceso que permitirá revertir o borrar todos los registros importados hasta el momento del </a:t>
            </a:r>
            <a:r>
              <a:rPr lang="es-ES" sz="2000" spc="-1" dirty="0" smtClean="0">
                <a:solidFill>
                  <a:srgbClr val="FFFFFF"/>
                </a:solidFill>
                <a:latin typeface="Alfabet Medium"/>
                <a:ea typeface="DejaVu Sans"/>
              </a:rPr>
              <a:t>incidente:</a:t>
            </a:r>
          </a:p>
          <a:p>
            <a:endParaRPr lang="es-ES" sz="2000" spc="-1" dirty="0" smtClean="0">
              <a:solidFill>
                <a:srgbClr val="FFFFFF"/>
              </a:solidFill>
              <a:latin typeface="Alfabet Medium"/>
              <a:ea typeface="DejaVu Sans"/>
            </a:endParaRPr>
          </a:p>
          <a:p>
            <a:pPr marL="342900" lvl="0" indent="-342900">
              <a:buFont typeface="Courier New" panose="02070309020205020404" pitchFamily="49" charset="0"/>
              <a:buChar char="o"/>
            </a:pPr>
            <a:r>
              <a:rPr lang="es-ES" spc="-1" dirty="0">
                <a:solidFill>
                  <a:srgbClr val="FFFFFF"/>
                </a:solidFill>
                <a:latin typeface="Alfabet Medium"/>
                <a:ea typeface="DejaVu Sans"/>
              </a:rPr>
              <a:t>se borrarán todos los registros </a:t>
            </a:r>
            <a:r>
              <a:rPr lang="es-ES" spc="-1" dirty="0" smtClean="0">
                <a:solidFill>
                  <a:srgbClr val="FFFFFF"/>
                </a:solidFill>
                <a:latin typeface="Alfabet Medium"/>
                <a:ea typeface="DejaVu Sans"/>
              </a:rPr>
              <a:t>importados en una cabecera específica que aún no hayan sido procesados</a:t>
            </a:r>
            <a:endParaRPr lang="es-AR" spc="-1" dirty="0">
              <a:solidFill>
                <a:srgbClr val="FFFFFF"/>
              </a:solidFill>
              <a:latin typeface="Alfabet Medium"/>
              <a:ea typeface="DejaVu Sans"/>
            </a:endParaRPr>
          </a:p>
          <a:p>
            <a:pPr marL="342900" lvl="0" indent="-342900">
              <a:buFont typeface="Courier New" panose="02070309020205020404" pitchFamily="49" charset="0"/>
              <a:buChar char="o"/>
            </a:pPr>
            <a:r>
              <a:rPr lang="es-ES" spc="-1" dirty="0">
                <a:solidFill>
                  <a:srgbClr val="FFFFFF"/>
                </a:solidFill>
                <a:latin typeface="Alfabet Medium"/>
                <a:ea typeface="DejaVu Sans"/>
              </a:rPr>
              <a:t>se insertará un registro en </a:t>
            </a:r>
            <a:r>
              <a:rPr lang="es-ES" spc="-1" dirty="0" smtClean="0">
                <a:solidFill>
                  <a:srgbClr val="FFFFFF"/>
                </a:solidFill>
                <a:latin typeface="Alfabet Medium"/>
                <a:ea typeface="DejaVu Sans"/>
              </a:rPr>
              <a:t>un historial de estados para dicha Cabeceras, para poder tener una auditoría de todos los procesos que se llevaron a cabo en una liquidación determinada</a:t>
            </a:r>
            <a:endParaRPr lang="es-AR" spc="-1" dirty="0">
              <a:solidFill>
                <a:srgbClr val="FFFFFF"/>
              </a:solidFill>
              <a:latin typeface="Alfabet Medium"/>
              <a:ea typeface="DejaVu Sans"/>
            </a:endParaRPr>
          </a:p>
          <a:p>
            <a:endParaRPr lang="es-ES" sz="2000" spc="-1" dirty="0" smtClean="0">
              <a:solidFill>
                <a:srgbClr val="FFFFFF"/>
              </a:solidFill>
              <a:latin typeface="Alfabet Medium"/>
              <a:ea typeface="DejaVu Sans"/>
            </a:endParaRPr>
          </a:p>
          <a:p>
            <a:endParaRPr lang="es-AR" sz="2000" spc="-1" dirty="0">
              <a:solidFill>
                <a:srgbClr val="FFFFFF"/>
              </a:solidFill>
              <a:latin typeface="Alfabet Medium"/>
              <a:ea typeface="DejaVu Sans"/>
            </a:endParaRPr>
          </a:p>
        </p:txBody>
      </p:sp>
    </p:spTree>
    <p:extLst>
      <p:ext uri="{BB962C8B-B14F-4D97-AF65-F5344CB8AC3E}">
        <p14:creationId xmlns:p14="http://schemas.microsoft.com/office/powerpoint/2010/main" val="212301470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4"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5"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spc="-1" dirty="0" smtClean="0">
                <a:solidFill>
                  <a:srgbClr val="FFFFFF"/>
                </a:solidFill>
                <a:latin typeface="Alfabet Medium"/>
                <a:ea typeface="DejaVu Sans"/>
              </a:rPr>
              <a:t>3</a:t>
            </a:r>
            <a:r>
              <a:rPr lang="es-ES" sz="2000" b="0" strike="noStrike" spc="-1" dirty="0" smtClean="0">
                <a:solidFill>
                  <a:srgbClr val="FFFFFF"/>
                </a:solidFill>
                <a:latin typeface="Alfabet Medium"/>
                <a:ea typeface="DejaVu Sans"/>
              </a:rPr>
              <a:t> - Procesar Archivo Importado</a:t>
            </a:r>
            <a:endParaRPr lang="es-ES" sz="2000" b="0" strike="noStrike" spc="-1" dirty="0" smtClean="0">
              <a:solidFill>
                <a:srgbClr val="FFFFFF"/>
              </a:solidFill>
              <a:latin typeface="Alfabet Medium"/>
              <a:ea typeface="DejaVu Sans"/>
            </a:endParaRPr>
          </a:p>
        </p:txBody>
      </p:sp>
      <p:sp>
        <p:nvSpPr>
          <p:cNvPr id="8" name="CuadroTexto 2"/>
          <p:cNvSpPr/>
          <p:nvPr/>
        </p:nvSpPr>
        <p:spPr>
          <a:xfrm>
            <a:off x="558546" y="1556792"/>
            <a:ext cx="8045454" cy="4245863"/>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r>
              <a:rPr lang="es-ES" spc="-1" dirty="0" smtClean="0">
                <a:solidFill>
                  <a:srgbClr val="FFFFFF"/>
                </a:solidFill>
                <a:latin typeface="Alfabet Medium"/>
                <a:ea typeface="DejaVu Sans"/>
              </a:rPr>
              <a:t>Esta funcionalidad permitirá recorrer el archivo plano importado y detectar los errores o inconsistencias que posea, previo al proceso de cruzamiento de datos con POF, Bajas e Inasistencias.</a:t>
            </a:r>
          </a:p>
          <a:p>
            <a:r>
              <a:rPr lang="es-ES" spc="-1" dirty="0" smtClean="0">
                <a:solidFill>
                  <a:srgbClr val="FFFFFF"/>
                </a:solidFill>
                <a:latin typeface="Alfabet Medium"/>
                <a:ea typeface="DejaVu Sans"/>
              </a:rPr>
              <a:t>Detectará errores a nivel:</a:t>
            </a:r>
          </a:p>
          <a:p>
            <a:pPr marL="342900" indent="-342900">
              <a:buFont typeface="Courier New" panose="02070309020205020404" pitchFamily="49" charset="0"/>
              <a:buChar char="o"/>
            </a:pPr>
            <a:r>
              <a:rPr lang="es-ES" spc="-1" dirty="0" smtClean="0">
                <a:solidFill>
                  <a:srgbClr val="FFFFFF"/>
                </a:solidFill>
                <a:latin typeface="Alfabet Medium"/>
                <a:ea typeface="DejaVu Sans"/>
              </a:rPr>
              <a:t>Establecimiento</a:t>
            </a:r>
          </a:p>
          <a:p>
            <a:pPr marL="342900" indent="-342900">
              <a:buFont typeface="Courier New" panose="02070309020205020404" pitchFamily="49" charset="0"/>
              <a:buChar char="o"/>
            </a:pPr>
            <a:r>
              <a:rPr lang="es-ES" spc="-1" dirty="0" smtClean="0">
                <a:solidFill>
                  <a:srgbClr val="FFFFFF"/>
                </a:solidFill>
                <a:latin typeface="Alfabet Medium"/>
                <a:ea typeface="DejaVu Sans"/>
              </a:rPr>
              <a:t>Paramétricas (Cód. Función, Conceptos, Carácter de Revista, Tipos Establecimientos)</a:t>
            </a:r>
            <a:endParaRPr lang="es-AR" sz="1600" spc="-1" dirty="0">
              <a:solidFill>
                <a:srgbClr val="FFFFFF"/>
              </a:solidFill>
              <a:latin typeface="Alfabet Medium"/>
              <a:ea typeface="DejaVu Sans"/>
            </a:endParaRPr>
          </a:p>
          <a:p>
            <a:pPr marL="342900" indent="-342900">
              <a:buFont typeface="Courier New" panose="02070309020205020404" pitchFamily="49" charset="0"/>
              <a:buChar char="o"/>
            </a:pPr>
            <a:r>
              <a:rPr lang="es-ES" spc="-1" dirty="0" smtClean="0">
                <a:solidFill>
                  <a:srgbClr val="FFFFFF"/>
                </a:solidFill>
                <a:latin typeface="Alfabet Medium"/>
                <a:ea typeface="DejaVu Sans"/>
              </a:rPr>
              <a:t>Persona y/o POF no encontrada en BD</a:t>
            </a:r>
          </a:p>
          <a:p>
            <a:endParaRPr lang="es-ES" spc="-1" dirty="0" smtClean="0">
              <a:solidFill>
                <a:srgbClr val="FFFFFF"/>
              </a:solidFill>
              <a:latin typeface="Alfabet Medium"/>
              <a:ea typeface="DejaVu Sans"/>
            </a:endParaRPr>
          </a:p>
          <a:p>
            <a:r>
              <a:rPr lang="es-ES" spc="-1" dirty="0" smtClean="0">
                <a:solidFill>
                  <a:srgbClr val="FFFFFF"/>
                </a:solidFill>
                <a:latin typeface="Alfabet Medium"/>
                <a:ea typeface="DejaVu Sans"/>
              </a:rPr>
              <a:t>Mostrará los errores para que se puedan corregir en el sistema, borrará el archivo plano importado para su nueva importación.</a:t>
            </a:r>
          </a:p>
          <a:p>
            <a:endParaRPr lang="es-ES" spc="-1" dirty="0" smtClean="0">
              <a:solidFill>
                <a:srgbClr val="FFFFFF"/>
              </a:solidFill>
              <a:latin typeface="Alfabet Medium"/>
              <a:ea typeface="DejaVu Sans"/>
            </a:endParaRPr>
          </a:p>
          <a:p>
            <a:r>
              <a:rPr lang="es-ES" spc="-1" dirty="0" smtClean="0">
                <a:solidFill>
                  <a:srgbClr val="FFFFFF"/>
                </a:solidFill>
                <a:latin typeface="Alfabet Medium"/>
                <a:ea typeface="DejaVu Sans"/>
              </a:rPr>
              <a:t>Si el archivo no contuviera errores, se marcará la Cabecera como “Archivo Procesado” y generará la correspondiente estructura que será la base de la liquidación.</a:t>
            </a:r>
            <a:endParaRPr lang="es-AR" spc="-1" dirty="0">
              <a:solidFill>
                <a:srgbClr val="FFFFFF"/>
              </a:solidFill>
              <a:latin typeface="Alfabet Medium"/>
              <a:ea typeface="DejaVu Sans"/>
            </a:endParaRPr>
          </a:p>
        </p:txBody>
      </p:sp>
    </p:spTree>
    <p:extLst>
      <p:ext uri="{BB962C8B-B14F-4D97-AF65-F5344CB8AC3E}">
        <p14:creationId xmlns:p14="http://schemas.microsoft.com/office/powerpoint/2010/main" val="24037907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4"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5"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4 - Consolidar Mecanizada - POF</a:t>
            </a:r>
            <a:endParaRPr lang="es-ES" sz="2000" b="0" strike="noStrike" spc="-1" dirty="0" smtClean="0">
              <a:solidFill>
                <a:srgbClr val="FFFFFF"/>
              </a:solidFill>
              <a:latin typeface="Alfabet Medium"/>
              <a:ea typeface="DejaVu Sans"/>
            </a:endParaRPr>
          </a:p>
        </p:txBody>
      </p:sp>
      <p:pic>
        <p:nvPicPr>
          <p:cNvPr id="3" name="Imagen 2"/>
          <p:cNvPicPr>
            <a:picLocks noChangeAspect="1"/>
          </p:cNvPicPr>
          <p:nvPr/>
        </p:nvPicPr>
        <p:blipFill>
          <a:blip r:embed="rId6"/>
          <a:stretch>
            <a:fillRect/>
          </a:stretch>
        </p:blipFill>
        <p:spPr>
          <a:xfrm>
            <a:off x="72008" y="2296064"/>
            <a:ext cx="8964488" cy="2861128"/>
          </a:xfrm>
          <a:prstGeom prst="rect">
            <a:avLst/>
          </a:prstGeom>
        </p:spPr>
      </p:pic>
      <p:sp>
        <p:nvSpPr>
          <p:cNvPr id="10" name="CuadroTexto 2"/>
          <p:cNvSpPr/>
          <p:nvPr/>
        </p:nvSpPr>
        <p:spPr>
          <a:xfrm>
            <a:off x="756024" y="1518177"/>
            <a:ext cx="8208464" cy="337100"/>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1600" b="0" strike="noStrike" spc="-1" dirty="0" smtClean="0">
                <a:solidFill>
                  <a:srgbClr val="FFFFFF"/>
                </a:solidFill>
                <a:latin typeface="Alfabet Medium"/>
                <a:ea typeface="DejaVu Sans"/>
              </a:rPr>
              <a:t>4.1 - Visualización Datos Mecanizada</a:t>
            </a:r>
            <a:endParaRPr lang="es-ES" sz="1600" b="0" strike="noStrike" spc="-1" dirty="0" smtClean="0">
              <a:solidFill>
                <a:srgbClr val="FFFFFF"/>
              </a:solidFill>
              <a:latin typeface="Alfabet Medium"/>
              <a:ea typeface="DejaVu Sans"/>
            </a:endParaRPr>
          </a:p>
        </p:txBody>
      </p:sp>
    </p:spTree>
    <p:extLst>
      <p:ext uri="{BB962C8B-B14F-4D97-AF65-F5344CB8AC3E}">
        <p14:creationId xmlns:p14="http://schemas.microsoft.com/office/powerpoint/2010/main" val="37881869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4"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5"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4 - Consolidar Mecanizada - POF</a:t>
            </a:r>
            <a:endParaRPr lang="es-ES" sz="2000" b="0" strike="noStrike" spc="-1" dirty="0" smtClean="0">
              <a:solidFill>
                <a:srgbClr val="FFFFFF"/>
              </a:solidFill>
              <a:latin typeface="Alfabet Medium"/>
              <a:ea typeface="DejaVu Sans"/>
            </a:endParaRPr>
          </a:p>
        </p:txBody>
      </p:sp>
      <p:sp>
        <p:nvSpPr>
          <p:cNvPr id="10" name="CuadroTexto 2"/>
          <p:cNvSpPr/>
          <p:nvPr/>
        </p:nvSpPr>
        <p:spPr>
          <a:xfrm>
            <a:off x="756024" y="1518177"/>
            <a:ext cx="8208464"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1600" b="0" strike="noStrike" spc="-1" dirty="0" smtClean="0">
                <a:solidFill>
                  <a:srgbClr val="FFFFFF"/>
                </a:solidFill>
                <a:latin typeface="Alfabet Medium"/>
                <a:ea typeface="DejaVu Sans"/>
              </a:rPr>
              <a:t>4.2 - Agregar Docentes que están en POF pero no en la Mecanizada y que están marcados como Sin Haberes o No Subvencionados</a:t>
            </a:r>
            <a:endParaRPr lang="es-ES" sz="1600" b="0" strike="noStrike" spc="-1" dirty="0" smtClean="0">
              <a:solidFill>
                <a:srgbClr val="FFFFFF"/>
              </a:solidFill>
              <a:latin typeface="Alfabet Medium"/>
              <a:ea typeface="DejaVu Sans"/>
            </a:endParaRPr>
          </a:p>
        </p:txBody>
      </p:sp>
      <p:pic>
        <p:nvPicPr>
          <p:cNvPr id="2" name="Imagen 1"/>
          <p:cNvPicPr>
            <a:picLocks noChangeAspect="1"/>
          </p:cNvPicPr>
          <p:nvPr/>
        </p:nvPicPr>
        <p:blipFill>
          <a:blip r:embed="rId6"/>
          <a:stretch>
            <a:fillRect/>
          </a:stretch>
        </p:blipFill>
        <p:spPr>
          <a:xfrm>
            <a:off x="72008" y="2419947"/>
            <a:ext cx="8964488" cy="2809253"/>
          </a:xfrm>
          <a:prstGeom prst="rect">
            <a:avLst/>
          </a:prstGeom>
        </p:spPr>
      </p:pic>
    </p:spTree>
    <p:extLst>
      <p:ext uri="{BB962C8B-B14F-4D97-AF65-F5344CB8AC3E}">
        <p14:creationId xmlns:p14="http://schemas.microsoft.com/office/powerpoint/2010/main" val="329104858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4"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5"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4 - Consolidar Mecanizada - POF</a:t>
            </a:r>
            <a:endParaRPr lang="es-ES" sz="2000" b="0" strike="noStrike" spc="-1" dirty="0" smtClean="0">
              <a:solidFill>
                <a:srgbClr val="FFFFFF"/>
              </a:solidFill>
              <a:latin typeface="Alfabet Medium"/>
              <a:ea typeface="DejaVu Sans"/>
            </a:endParaRPr>
          </a:p>
        </p:txBody>
      </p:sp>
      <p:sp>
        <p:nvSpPr>
          <p:cNvPr id="10" name="CuadroTexto 2"/>
          <p:cNvSpPr/>
          <p:nvPr/>
        </p:nvSpPr>
        <p:spPr>
          <a:xfrm>
            <a:off x="756024" y="1518177"/>
            <a:ext cx="8208464" cy="337100"/>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1600" b="0" strike="noStrike" spc="-1" dirty="0" smtClean="0">
                <a:solidFill>
                  <a:srgbClr val="FFFFFF"/>
                </a:solidFill>
                <a:latin typeface="Alfabet Medium"/>
                <a:ea typeface="DejaVu Sans"/>
              </a:rPr>
              <a:t>4.3 - Revisión en POF de Docentes Suplentes</a:t>
            </a:r>
            <a:endParaRPr lang="es-ES" sz="1600" b="0" strike="noStrike" spc="-1" dirty="0" smtClean="0">
              <a:solidFill>
                <a:srgbClr val="FFFFFF"/>
              </a:solidFill>
              <a:latin typeface="Alfabet Medium"/>
              <a:ea typeface="DejaVu Sans"/>
            </a:endParaRPr>
          </a:p>
        </p:txBody>
      </p:sp>
      <p:pic>
        <p:nvPicPr>
          <p:cNvPr id="3" name="Imagen 2"/>
          <p:cNvPicPr>
            <a:picLocks noChangeAspect="1"/>
          </p:cNvPicPr>
          <p:nvPr/>
        </p:nvPicPr>
        <p:blipFill>
          <a:blip r:embed="rId6"/>
          <a:stretch>
            <a:fillRect/>
          </a:stretch>
        </p:blipFill>
        <p:spPr>
          <a:xfrm>
            <a:off x="72008" y="2314324"/>
            <a:ext cx="8964488" cy="2338812"/>
          </a:xfrm>
          <a:prstGeom prst="rect">
            <a:avLst/>
          </a:prstGeom>
        </p:spPr>
      </p:pic>
    </p:spTree>
    <p:extLst>
      <p:ext uri="{BB962C8B-B14F-4D97-AF65-F5344CB8AC3E}">
        <p14:creationId xmlns:p14="http://schemas.microsoft.com/office/powerpoint/2010/main" val="224627907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4"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 Entregables</a:t>
              </a:r>
              <a:endParaRPr lang="es-AR" sz="2800" b="0" strike="noStrike" spc="-1" dirty="0">
                <a:latin typeface="Arial"/>
              </a:endParaRPr>
            </a:p>
          </p:txBody>
        </p:sp>
      </p:grpSp>
      <p:pic>
        <p:nvPicPr>
          <p:cNvPr id="142" name="141 Imagen"/>
          <p:cNvPicPr/>
          <p:nvPr/>
        </p:nvPicPr>
        <p:blipFill>
          <a:blip r:embed="rId5" cstate="print"/>
          <a:stretch/>
        </p:blipFill>
        <p:spPr>
          <a:xfrm>
            <a:off x="360" y="5897520"/>
            <a:ext cx="9143280" cy="960120"/>
          </a:xfrm>
          <a:prstGeom prst="rect">
            <a:avLst/>
          </a:prstGeom>
          <a:ln w="0">
            <a:noFill/>
          </a:ln>
        </p:spPr>
      </p:pic>
      <p:sp>
        <p:nvSpPr>
          <p:cNvPr id="23" name="CuadroTexto 2"/>
          <p:cNvSpPr/>
          <p:nvPr/>
        </p:nvSpPr>
        <p:spPr>
          <a:xfrm>
            <a:off x="558546" y="1124744"/>
            <a:ext cx="8208464"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2000" b="0" strike="noStrike" spc="-1" dirty="0" smtClean="0">
                <a:solidFill>
                  <a:srgbClr val="FFFFFF"/>
                </a:solidFill>
                <a:latin typeface="Alfabet Medium"/>
                <a:ea typeface="DejaVu Sans"/>
              </a:rPr>
              <a:t>4 - Consolidar Mecanizada - POF</a:t>
            </a:r>
            <a:endParaRPr lang="es-ES" sz="2000" b="0" strike="noStrike" spc="-1" dirty="0" smtClean="0">
              <a:solidFill>
                <a:srgbClr val="FFFFFF"/>
              </a:solidFill>
              <a:latin typeface="Alfabet Medium"/>
              <a:ea typeface="DejaVu Sans"/>
            </a:endParaRPr>
          </a:p>
        </p:txBody>
      </p:sp>
      <p:sp>
        <p:nvSpPr>
          <p:cNvPr id="10" name="CuadroTexto 2"/>
          <p:cNvSpPr/>
          <p:nvPr/>
        </p:nvSpPr>
        <p:spPr>
          <a:xfrm>
            <a:off x="756024" y="1518177"/>
            <a:ext cx="8208464" cy="337100"/>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s-ES" sz="1600" b="0" strike="noStrike" spc="-1" dirty="0" smtClean="0">
                <a:solidFill>
                  <a:srgbClr val="FFFFFF"/>
                </a:solidFill>
                <a:latin typeface="Alfabet Medium"/>
                <a:ea typeface="DejaVu Sans"/>
              </a:rPr>
              <a:t>4.4 - Generar Consolidación</a:t>
            </a:r>
            <a:endParaRPr lang="es-ES" sz="1600" b="0" strike="noStrike" spc="-1" dirty="0" smtClean="0">
              <a:solidFill>
                <a:srgbClr val="FFFFFF"/>
              </a:solidFill>
              <a:latin typeface="Alfabet Medium"/>
              <a:ea typeface="DejaVu Sans"/>
            </a:endParaRPr>
          </a:p>
        </p:txBody>
      </p:sp>
      <p:sp>
        <p:nvSpPr>
          <p:cNvPr id="9" name="CuadroTexto 2"/>
          <p:cNvSpPr/>
          <p:nvPr/>
        </p:nvSpPr>
        <p:spPr>
          <a:xfrm>
            <a:off x="558546" y="2304455"/>
            <a:ext cx="8045454" cy="2060649"/>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marL="285750" indent="-285750">
              <a:spcBef>
                <a:spcPts val="600"/>
              </a:spcBef>
              <a:spcAft>
                <a:spcPts val="600"/>
              </a:spcAft>
              <a:buFont typeface="Courier New" panose="02070309020205020404" pitchFamily="49" charset="0"/>
              <a:buChar char="o"/>
            </a:pPr>
            <a:r>
              <a:rPr lang="es-ES" spc="-1" dirty="0" smtClean="0">
                <a:solidFill>
                  <a:srgbClr val="FFFFFF"/>
                </a:solidFill>
                <a:latin typeface="Alfabet Medium"/>
                <a:ea typeface="DejaVu Sans"/>
              </a:rPr>
              <a:t>Realiza el cierre de la Consolidación de la Mecanizada de un Establecimiento-Cabecera específicos.</a:t>
            </a:r>
          </a:p>
          <a:p>
            <a:pPr marL="285750" indent="-285750">
              <a:spcBef>
                <a:spcPts val="600"/>
              </a:spcBef>
              <a:spcAft>
                <a:spcPts val="600"/>
              </a:spcAft>
              <a:buFont typeface="Courier New" panose="02070309020205020404" pitchFamily="49" charset="0"/>
              <a:buChar char="o"/>
            </a:pPr>
            <a:r>
              <a:rPr lang="es-ES" spc="-1" dirty="0" smtClean="0">
                <a:solidFill>
                  <a:srgbClr val="FFFFFF"/>
                </a:solidFill>
                <a:latin typeface="Alfabet Medium"/>
                <a:ea typeface="DejaVu Sans"/>
              </a:rPr>
              <a:t>Una vez realizada la Consolidación no será posible introducir cambios</a:t>
            </a:r>
          </a:p>
          <a:p>
            <a:pPr marL="285750" indent="-285750">
              <a:spcBef>
                <a:spcPts val="600"/>
              </a:spcBef>
              <a:spcAft>
                <a:spcPts val="600"/>
              </a:spcAft>
              <a:buFont typeface="Courier New" panose="02070309020205020404" pitchFamily="49" charset="0"/>
              <a:buChar char="o"/>
            </a:pPr>
            <a:r>
              <a:rPr lang="es-ES" spc="-1" dirty="0" smtClean="0">
                <a:solidFill>
                  <a:srgbClr val="FFFFFF"/>
                </a:solidFill>
                <a:latin typeface="Alfabet Medium"/>
                <a:ea typeface="DejaVu Sans"/>
              </a:rPr>
              <a:t>Si se detectara algún error o faltante, se deberá recurrir a la opción de Reversión para volver a importar el archivo plano.</a:t>
            </a:r>
          </a:p>
        </p:txBody>
      </p:sp>
    </p:spTree>
    <p:extLst>
      <p:ext uri="{BB962C8B-B14F-4D97-AF65-F5344CB8AC3E}">
        <p14:creationId xmlns:p14="http://schemas.microsoft.com/office/powerpoint/2010/main" val="282670249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a:t>
              </a:r>
              <a:r>
                <a:rPr lang="es-MX" sz="2800" spc="-1" dirty="0" smtClean="0">
                  <a:solidFill>
                    <a:srgbClr val="FFFFFF"/>
                  </a:solidFill>
                  <a:latin typeface="Alfabet ExtraBold"/>
                  <a:ea typeface="Roboto Medium"/>
                </a:rPr>
                <a:t> Beneficios Inmediatos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8" name="CuadroTexto 2"/>
          <p:cNvSpPr/>
          <p:nvPr/>
        </p:nvSpPr>
        <p:spPr>
          <a:xfrm>
            <a:off x="540000" y="1641282"/>
            <a:ext cx="8208464" cy="34764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marL="342900" lvl="0" indent="-342900">
              <a:buFont typeface="Arial" panose="020B0604020202020204" pitchFamily="34" charset="0"/>
              <a:buChar char="•"/>
            </a:pPr>
            <a:r>
              <a:rPr lang="es-ES" sz="2000" spc="-1" dirty="0" smtClean="0">
                <a:solidFill>
                  <a:srgbClr val="FFFFFF"/>
                </a:solidFill>
                <a:latin typeface="Alfabet Medium"/>
                <a:ea typeface="DejaVu Sans"/>
              </a:rPr>
              <a:t>Seguridad: control riguroso de acceso y auditoría de actividades</a:t>
            </a:r>
          </a:p>
          <a:p>
            <a:pPr marL="342900" lvl="0" indent="-342900">
              <a:buFont typeface="Arial" panose="020B0604020202020204" pitchFamily="34" charset="0"/>
              <a:buChar char="•"/>
            </a:pPr>
            <a:endParaRPr lang="es-ES" sz="2000" spc="-1" dirty="0" smtClean="0">
              <a:solidFill>
                <a:srgbClr val="FFFFFF"/>
              </a:solidFill>
              <a:latin typeface="Alfabet Medium"/>
              <a:ea typeface="DejaVu Sans"/>
            </a:endParaRPr>
          </a:p>
          <a:p>
            <a:pPr marL="342900" lvl="0" indent="-342900">
              <a:buFont typeface="Arial" panose="020B0604020202020204" pitchFamily="34" charset="0"/>
              <a:buChar char="•"/>
            </a:pPr>
            <a:r>
              <a:rPr lang="es-ES" sz="2000" spc="-1" dirty="0" smtClean="0">
                <a:solidFill>
                  <a:srgbClr val="FFFFFF"/>
                </a:solidFill>
                <a:latin typeface="Alfabet Medium"/>
                <a:ea typeface="DejaVu Sans"/>
              </a:rPr>
              <a:t>Estandarización de datos: gestión centralizada de las paramétricas que alimentan todo el sistema</a:t>
            </a:r>
          </a:p>
          <a:p>
            <a:pPr marL="342900" lvl="0" indent="-342900">
              <a:buFont typeface="Arial" panose="020B0604020202020204" pitchFamily="34" charset="0"/>
              <a:buChar char="•"/>
            </a:pPr>
            <a:endParaRPr lang="es-ES" sz="2000" spc="-1" dirty="0" smtClean="0">
              <a:solidFill>
                <a:srgbClr val="FFFFFF"/>
              </a:solidFill>
              <a:latin typeface="Alfabet Medium"/>
              <a:ea typeface="DejaVu Sans"/>
            </a:endParaRPr>
          </a:p>
          <a:p>
            <a:pPr marL="342900" lvl="0" indent="-342900">
              <a:buFont typeface="Arial" panose="020B0604020202020204" pitchFamily="34" charset="0"/>
              <a:buChar char="•"/>
            </a:pPr>
            <a:r>
              <a:rPr lang="es-ES" sz="2000" spc="-1" dirty="0" smtClean="0">
                <a:solidFill>
                  <a:srgbClr val="FFFFFF"/>
                </a:solidFill>
                <a:latin typeface="Alfabet Medium"/>
                <a:ea typeface="DejaVu Sans"/>
              </a:rPr>
              <a:t>Automatización: procesamiento automatizado de archivos mecanizados, reduciendo errores manuales</a:t>
            </a:r>
          </a:p>
          <a:p>
            <a:pPr marL="342900" lvl="0" indent="-342900">
              <a:buFont typeface="Arial" panose="020B0604020202020204" pitchFamily="34" charset="0"/>
              <a:buChar char="•"/>
            </a:pPr>
            <a:endParaRPr lang="es-ES" sz="2000" spc="-1" dirty="0" smtClean="0">
              <a:solidFill>
                <a:srgbClr val="FFFFFF"/>
              </a:solidFill>
              <a:latin typeface="Alfabet Medium"/>
              <a:ea typeface="DejaVu Sans"/>
            </a:endParaRPr>
          </a:p>
          <a:p>
            <a:pPr marL="342900" lvl="0" indent="-342900">
              <a:buFont typeface="Arial" panose="020B0604020202020204" pitchFamily="34" charset="0"/>
              <a:buChar char="•"/>
            </a:pPr>
            <a:r>
              <a:rPr lang="es-ES" sz="2000" spc="-1" dirty="0" smtClean="0">
                <a:solidFill>
                  <a:srgbClr val="FFFFFF"/>
                </a:solidFill>
                <a:latin typeface="Alfabet Medium"/>
                <a:ea typeface="DejaVu Sans"/>
              </a:rPr>
              <a:t>Flexibilidad: facilidad para corregir errores en los archivos y reprocesarlos sin afectar los datos ya cargados</a:t>
            </a:r>
            <a:endParaRPr lang="es-AR" sz="2000" spc="-1" dirty="0">
              <a:solidFill>
                <a:srgbClr val="FFFFFF"/>
              </a:solidFill>
              <a:latin typeface="Alfabet Medium"/>
              <a:ea typeface="DejaVu Sans"/>
            </a:endParaRPr>
          </a:p>
        </p:txBody>
      </p:sp>
    </p:spTree>
    <p:extLst>
      <p:ext uri="{BB962C8B-B14F-4D97-AF65-F5344CB8AC3E}">
        <p14:creationId xmlns:p14="http://schemas.microsoft.com/office/powerpoint/2010/main" val="20953481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74574"/>
        </a:solidFill>
        <a:effectLst/>
      </p:bgPr>
    </p:bg>
    <p:spTree>
      <p:nvGrpSpPr>
        <p:cNvPr id="1" name=""/>
        <p:cNvGrpSpPr/>
        <p:nvPr/>
      </p:nvGrpSpPr>
      <p:grpSpPr>
        <a:xfrm>
          <a:off x="0" y="0"/>
          <a:ext cx="0" cy="0"/>
          <a:chOff x="0" y="0"/>
          <a:chExt cx="0" cy="0"/>
        </a:xfrm>
      </p:grpSpPr>
      <p:grpSp>
        <p:nvGrpSpPr>
          <p:cNvPr id="122" name="15 Grupo"/>
          <p:cNvGrpSpPr/>
          <p:nvPr/>
        </p:nvGrpSpPr>
        <p:grpSpPr>
          <a:xfrm>
            <a:off x="540000" y="482760"/>
            <a:ext cx="6802560" cy="573480"/>
            <a:chOff x="540000" y="482760"/>
            <a:chExt cx="6802560" cy="573480"/>
          </a:xfrm>
        </p:grpSpPr>
        <p:pic>
          <p:nvPicPr>
            <p:cNvPr id="123"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124"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a:solidFill>
                    <a:srgbClr val="FFFFFF"/>
                  </a:solidFill>
                  <a:latin typeface="Alfabet ExtraBold"/>
                  <a:ea typeface="Roboto Medium"/>
                </a:rPr>
                <a:t>Hito 1 </a:t>
              </a:r>
              <a:r>
                <a:rPr lang="es-MX" sz="2800" spc="-1" dirty="0" smtClean="0">
                  <a:solidFill>
                    <a:srgbClr val="FFFFFF"/>
                  </a:solidFill>
                  <a:latin typeface="Alfabet ExtraBold"/>
                  <a:ea typeface="Roboto Medium"/>
                </a:rPr>
                <a:t>- Próximos Pasos</a:t>
              </a:r>
              <a:endParaRPr lang="es-AR" sz="2800" b="0" strike="noStrike" spc="-1" dirty="0">
                <a:latin typeface="Arial"/>
              </a:endParaRPr>
            </a:p>
          </p:txBody>
        </p:sp>
      </p:grpSp>
      <p:pic>
        <p:nvPicPr>
          <p:cNvPr id="142" name="141 Imagen"/>
          <p:cNvPicPr/>
          <p:nvPr/>
        </p:nvPicPr>
        <p:blipFill>
          <a:blip r:embed="rId4" cstate="print"/>
          <a:stretch/>
        </p:blipFill>
        <p:spPr>
          <a:xfrm>
            <a:off x="360" y="5897520"/>
            <a:ext cx="9143280" cy="960120"/>
          </a:xfrm>
          <a:prstGeom prst="rect">
            <a:avLst/>
          </a:prstGeom>
          <a:ln w="0">
            <a:noFill/>
          </a:ln>
        </p:spPr>
      </p:pic>
      <p:sp>
        <p:nvSpPr>
          <p:cNvPr id="8" name="CuadroTexto 2"/>
          <p:cNvSpPr/>
          <p:nvPr/>
        </p:nvSpPr>
        <p:spPr>
          <a:xfrm>
            <a:off x="540000" y="1641282"/>
            <a:ext cx="8208464" cy="3784198"/>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marL="342900" lvl="0" indent="-342900">
              <a:spcBef>
                <a:spcPts val="600"/>
              </a:spcBef>
              <a:spcAft>
                <a:spcPts val="600"/>
              </a:spcAft>
              <a:buFont typeface="Arial" panose="020B0604020202020204" pitchFamily="34" charset="0"/>
              <a:buChar char="•"/>
            </a:pPr>
            <a:r>
              <a:rPr lang="es-ES" sz="2000" spc="-1" dirty="0" smtClean="0">
                <a:solidFill>
                  <a:srgbClr val="FFFFFF"/>
                </a:solidFill>
                <a:latin typeface="Alfabet Medium"/>
                <a:ea typeface="DejaVu Sans"/>
              </a:rPr>
              <a:t>Testeo de alta y </a:t>
            </a:r>
            <a:r>
              <a:rPr lang="es-ES" sz="2000" spc="-1" dirty="0" err="1" smtClean="0">
                <a:solidFill>
                  <a:srgbClr val="FFFFFF"/>
                </a:solidFill>
                <a:latin typeface="Alfabet Medium"/>
                <a:ea typeface="DejaVu Sans"/>
              </a:rPr>
              <a:t>login</a:t>
            </a:r>
            <a:r>
              <a:rPr lang="es-ES" sz="2000" spc="-1" dirty="0" smtClean="0">
                <a:solidFill>
                  <a:srgbClr val="FFFFFF"/>
                </a:solidFill>
                <a:latin typeface="Alfabet Medium"/>
                <a:ea typeface="DejaVu Sans"/>
              </a:rPr>
              <a:t> de usuarios</a:t>
            </a:r>
          </a:p>
          <a:p>
            <a:pPr marL="342900" lvl="0" indent="-342900">
              <a:spcBef>
                <a:spcPts val="600"/>
              </a:spcBef>
              <a:spcAft>
                <a:spcPts val="600"/>
              </a:spcAft>
              <a:buFont typeface="Arial" panose="020B0604020202020204" pitchFamily="34" charset="0"/>
              <a:buChar char="•"/>
            </a:pPr>
            <a:r>
              <a:rPr lang="es-ES" sz="2000" spc="-1" dirty="0" smtClean="0">
                <a:solidFill>
                  <a:srgbClr val="FFFFFF"/>
                </a:solidFill>
                <a:latin typeface="Alfabet Medium"/>
                <a:ea typeface="DejaVu Sans"/>
              </a:rPr>
              <a:t>Testeo de paramétricas y carga de datos paramétricos reales</a:t>
            </a:r>
          </a:p>
          <a:p>
            <a:pPr marL="342900" lvl="0" indent="-342900">
              <a:spcBef>
                <a:spcPts val="600"/>
              </a:spcBef>
              <a:spcAft>
                <a:spcPts val="600"/>
              </a:spcAft>
              <a:buFont typeface="Arial" panose="020B0604020202020204" pitchFamily="34" charset="0"/>
              <a:buChar char="•"/>
            </a:pPr>
            <a:r>
              <a:rPr lang="es-ES" sz="2000" spc="-1" dirty="0" smtClean="0">
                <a:solidFill>
                  <a:srgbClr val="FFFFFF"/>
                </a:solidFill>
                <a:latin typeface="Alfabet Medium"/>
                <a:ea typeface="DejaVu Sans"/>
              </a:rPr>
              <a:t>Tomar un Establecimiento testigo y realizar testeo y carga de las Personas del mismo y la POF</a:t>
            </a:r>
          </a:p>
          <a:p>
            <a:pPr marL="342900" lvl="0" indent="-342900">
              <a:spcBef>
                <a:spcPts val="600"/>
              </a:spcBef>
              <a:spcAft>
                <a:spcPts val="600"/>
              </a:spcAft>
              <a:buFont typeface="Arial" panose="020B0604020202020204" pitchFamily="34" charset="0"/>
              <a:buChar char="•"/>
            </a:pPr>
            <a:r>
              <a:rPr lang="es-ES" sz="2000" spc="-1" dirty="0" err="1" smtClean="0">
                <a:solidFill>
                  <a:srgbClr val="FFFFFF"/>
                </a:solidFill>
                <a:latin typeface="Alfabet Medium"/>
                <a:ea typeface="DejaVu Sans"/>
              </a:rPr>
              <a:t>Testing</a:t>
            </a:r>
            <a:r>
              <a:rPr lang="es-ES" sz="2000" spc="-1" dirty="0" smtClean="0">
                <a:solidFill>
                  <a:srgbClr val="FFFFFF"/>
                </a:solidFill>
                <a:latin typeface="Alfabet Medium"/>
                <a:ea typeface="DejaVu Sans"/>
              </a:rPr>
              <a:t> y definición de una Cabecera de Liquidación</a:t>
            </a:r>
          </a:p>
          <a:p>
            <a:pPr marL="342900" lvl="0" indent="-342900">
              <a:spcBef>
                <a:spcPts val="600"/>
              </a:spcBef>
              <a:spcAft>
                <a:spcPts val="600"/>
              </a:spcAft>
              <a:buFont typeface="Arial" panose="020B0604020202020204" pitchFamily="34" charset="0"/>
              <a:buChar char="•"/>
            </a:pPr>
            <a:r>
              <a:rPr lang="es-ES" sz="2000" spc="-1" dirty="0" smtClean="0">
                <a:solidFill>
                  <a:srgbClr val="FFFFFF"/>
                </a:solidFill>
                <a:latin typeface="Alfabet Medium"/>
                <a:ea typeface="DejaVu Sans"/>
              </a:rPr>
              <a:t>Pruebas integradas de procesamiento de un archivo para el Establecimiento testigo</a:t>
            </a:r>
          </a:p>
          <a:p>
            <a:pPr marL="342900" lvl="0" indent="-342900">
              <a:spcBef>
                <a:spcPts val="600"/>
              </a:spcBef>
              <a:spcAft>
                <a:spcPts val="600"/>
              </a:spcAft>
              <a:buFont typeface="Arial" panose="020B0604020202020204" pitchFamily="34" charset="0"/>
              <a:buChar char="•"/>
            </a:pPr>
            <a:r>
              <a:rPr lang="es-ES" sz="2000" spc="-1" dirty="0" err="1" smtClean="0">
                <a:solidFill>
                  <a:srgbClr val="FFFFFF"/>
                </a:solidFill>
                <a:latin typeface="Alfabet Medium"/>
                <a:ea typeface="DejaVu Sans"/>
              </a:rPr>
              <a:t>Feedback</a:t>
            </a:r>
            <a:r>
              <a:rPr lang="es-ES" sz="2000" spc="-1" dirty="0" smtClean="0">
                <a:solidFill>
                  <a:srgbClr val="FFFFFF"/>
                </a:solidFill>
                <a:latin typeface="Alfabet Medium"/>
                <a:ea typeface="DejaVu Sans"/>
              </a:rPr>
              <a:t> Hito 1 y ajuste de errores</a:t>
            </a:r>
          </a:p>
          <a:p>
            <a:pPr marL="342900" lvl="0" indent="-342900">
              <a:spcBef>
                <a:spcPts val="600"/>
              </a:spcBef>
              <a:spcAft>
                <a:spcPts val="600"/>
              </a:spcAft>
              <a:buFont typeface="Arial" panose="020B0604020202020204" pitchFamily="34" charset="0"/>
              <a:buChar char="•"/>
            </a:pPr>
            <a:r>
              <a:rPr lang="es-ES" sz="2000" spc="-1" dirty="0" smtClean="0">
                <a:solidFill>
                  <a:srgbClr val="FFFFFF"/>
                </a:solidFill>
                <a:latin typeface="Alfabet Medium"/>
                <a:ea typeface="DejaVu Sans"/>
              </a:rPr>
              <a:t>Preparación para el Hito 2: Registro de Bajas e Inasistencias</a:t>
            </a:r>
            <a:endParaRPr lang="es-AR" sz="2000" spc="-1" dirty="0">
              <a:solidFill>
                <a:srgbClr val="FFFFFF"/>
              </a:solidFill>
              <a:latin typeface="Alfabet Medium"/>
              <a:ea typeface="DejaVu Sans"/>
            </a:endParaRPr>
          </a:p>
        </p:txBody>
      </p:sp>
    </p:spTree>
    <p:extLst>
      <p:ext uri="{BB962C8B-B14F-4D97-AF65-F5344CB8AC3E}">
        <p14:creationId xmlns:p14="http://schemas.microsoft.com/office/powerpoint/2010/main" val="129594969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2A3E6F"/>
        </a:solidFill>
        <a:effectLst/>
      </p:bgPr>
    </p:bg>
    <p:spTree>
      <p:nvGrpSpPr>
        <p:cNvPr id="1" name=""/>
        <p:cNvGrpSpPr/>
        <p:nvPr/>
      </p:nvGrpSpPr>
      <p:grpSpPr>
        <a:xfrm>
          <a:off x="0" y="0"/>
          <a:ext cx="0" cy="0"/>
          <a:chOff x="0" y="0"/>
          <a:chExt cx="0" cy="0"/>
        </a:xfrm>
      </p:grpSpPr>
      <p:sp>
        <p:nvSpPr>
          <p:cNvPr id="263" name="PlaceHolder 1"/>
          <p:cNvSpPr>
            <a:spLocks noGrp="1"/>
          </p:cNvSpPr>
          <p:nvPr>
            <p:ph type="subTitle"/>
          </p:nvPr>
        </p:nvSpPr>
        <p:spPr>
          <a:xfrm>
            <a:off x="457200" y="540000"/>
            <a:ext cx="8228880" cy="5307480"/>
          </a:xfrm>
          <a:prstGeom prst="rect">
            <a:avLst/>
          </a:prstGeom>
          <a:noFill/>
          <a:ln w="0">
            <a:noFill/>
          </a:ln>
        </p:spPr>
        <p:txBody>
          <a:bodyPr lIns="0" tIns="0" rIns="0" bIns="0" anchor="ctr">
            <a:noAutofit/>
          </a:bodyPr>
          <a:lstStyle/>
          <a:p>
            <a:pPr algn="ctr">
              <a:lnSpc>
                <a:spcPct val="100000"/>
              </a:lnSpc>
            </a:pPr>
            <a:r>
              <a:rPr lang="es-ES" sz="4400" b="0" strike="noStrike" spc="-1" dirty="0" smtClean="0">
                <a:solidFill>
                  <a:srgbClr val="FFFFFF"/>
                </a:solidFill>
                <a:latin typeface="Alfabet ExtraBold"/>
              </a:rPr>
              <a:t> </a:t>
            </a:r>
          </a:p>
          <a:p>
            <a:pPr algn="ctr">
              <a:lnSpc>
                <a:spcPct val="100000"/>
              </a:lnSpc>
            </a:pPr>
            <a:endParaRPr lang="es-AR" sz="4400" spc="-1" dirty="0">
              <a:solidFill>
                <a:srgbClr val="FFFFFF"/>
              </a:solidFill>
              <a:latin typeface="Alfabet ExtraBold"/>
            </a:endParaRPr>
          </a:p>
          <a:p>
            <a:pPr algn="ctr">
              <a:lnSpc>
                <a:spcPct val="100000"/>
              </a:lnSpc>
            </a:pPr>
            <a:endParaRPr lang="es-AR" sz="4400" b="0" strike="noStrike" spc="-1" dirty="0" smtClean="0">
              <a:solidFill>
                <a:srgbClr val="FFFFFF"/>
              </a:solidFill>
              <a:latin typeface="Alfabet ExtraBold"/>
            </a:endParaRPr>
          </a:p>
          <a:p>
            <a:pPr algn="ctr">
              <a:lnSpc>
                <a:spcPct val="100000"/>
              </a:lnSpc>
            </a:pPr>
            <a:endParaRPr lang="es-AR" sz="4400" b="0" strike="noStrike" spc="-1" dirty="0" smtClean="0">
              <a:solidFill>
                <a:srgbClr val="FFFFFF"/>
              </a:solidFill>
              <a:latin typeface="Alfabet ExtraBold"/>
            </a:endParaRPr>
          </a:p>
          <a:p>
            <a:pPr algn="ctr">
              <a:lnSpc>
                <a:spcPct val="100000"/>
              </a:lnSpc>
            </a:pPr>
            <a:r>
              <a:rPr lang="es-AR" sz="4400" b="0" strike="noStrike" spc="-1" dirty="0" smtClean="0">
                <a:solidFill>
                  <a:srgbClr val="FFFFFF"/>
                </a:solidFill>
                <a:latin typeface="Alfabet ExtraBold"/>
              </a:rPr>
              <a:t>MUCHAS </a:t>
            </a:r>
            <a:r>
              <a:rPr lang="es-AR" sz="4400" b="0" strike="noStrike" spc="-1" dirty="0">
                <a:solidFill>
                  <a:srgbClr val="FFFFFF"/>
                </a:solidFill>
                <a:latin typeface="Alfabet ExtraBold"/>
              </a:rPr>
              <a:t>GRACIAS</a:t>
            </a:r>
            <a:endParaRPr lang="es-AR" sz="4400" b="0" strike="noStrike" spc="-1" dirty="0">
              <a:latin typeface="Arial"/>
            </a:endParaRPr>
          </a:p>
        </p:txBody>
      </p:sp>
      <p:pic>
        <p:nvPicPr>
          <p:cNvPr id="264" name="263 Imagen"/>
          <p:cNvPicPr/>
          <p:nvPr/>
        </p:nvPicPr>
        <p:blipFill>
          <a:blip r:embed="rId2" cstate="print"/>
          <a:stretch/>
        </p:blipFill>
        <p:spPr>
          <a:xfrm>
            <a:off x="0" y="5465160"/>
            <a:ext cx="9143280" cy="1374480"/>
          </a:xfrm>
          <a:prstGeom prst="rect">
            <a:avLst/>
          </a:prstGeom>
          <a:ln w="0">
            <a:noFill/>
          </a:ln>
        </p:spPr>
      </p:pic>
      <p:grpSp>
        <p:nvGrpSpPr>
          <p:cNvPr id="4" name="15 Grupo"/>
          <p:cNvGrpSpPr/>
          <p:nvPr/>
        </p:nvGrpSpPr>
        <p:grpSpPr>
          <a:xfrm>
            <a:off x="540000" y="482760"/>
            <a:ext cx="6802560" cy="573480"/>
            <a:chOff x="540000" y="482760"/>
            <a:chExt cx="6802560" cy="573480"/>
          </a:xfrm>
        </p:grpSpPr>
        <p:pic>
          <p:nvPicPr>
            <p:cNvPr id="5" name="Picture 2" descr="C:\Users\jpavoni\Downloads\ELEMENTOS PARA WEB\ELEMENTOS PARA WEB\CAPA 2 nueva\PARTICIPACION CIUDADANA\BANNERS Y BOTONES-02.jpg"/>
            <p:cNvPicPr/>
            <p:nvPr/>
          </p:nvPicPr>
          <p:blipFill>
            <a:blip r:embed="rId3" cstate="print"/>
            <a:srcRect l="5396" t="37233" r="86991" b="50737"/>
            <a:stretch/>
          </p:blipFill>
          <p:spPr>
            <a:xfrm>
              <a:off x="540000" y="482760"/>
              <a:ext cx="645480" cy="573480"/>
            </a:xfrm>
            <a:prstGeom prst="rect">
              <a:avLst/>
            </a:prstGeom>
            <a:ln w="0">
              <a:noFill/>
            </a:ln>
          </p:spPr>
        </p:pic>
        <p:sp>
          <p:nvSpPr>
            <p:cNvPr id="6" name="13 Rectángulo"/>
            <p:cNvSpPr/>
            <p:nvPr/>
          </p:nvSpPr>
          <p:spPr>
            <a:xfrm>
              <a:off x="1008360" y="482760"/>
              <a:ext cx="6334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s-MX" sz="2800" spc="-1" dirty="0" smtClean="0">
                  <a:solidFill>
                    <a:srgbClr val="FFFFFF"/>
                  </a:solidFill>
                  <a:latin typeface="Alfabet ExtraBold"/>
                </a:rPr>
                <a:t>Preguntas y Respuestas</a:t>
              </a:r>
              <a:endParaRPr lang="es-AR" sz="2800" b="0" strike="noStrike" spc="-1" dirty="0">
                <a:latin typeface="Arial"/>
              </a:endParaRPr>
            </a:p>
          </p:txBody>
        </p:sp>
      </p:grpSp>
      <p:sp>
        <p:nvSpPr>
          <p:cNvPr id="2" name="Rectángulo 1"/>
          <p:cNvSpPr/>
          <p:nvPr/>
        </p:nvSpPr>
        <p:spPr>
          <a:xfrm>
            <a:off x="1185480" y="1412776"/>
            <a:ext cx="6698888" cy="2232248"/>
          </a:xfrm>
          <a:prstGeom prst="rect">
            <a:avLst/>
          </a:prstGeom>
          <a:noFill/>
          <a:ln w="28575">
            <a:solidFill>
              <a:schemeClr val="bg1"/>
            </a:solid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Font typeface="Arial" panose="020B0604020202020204" pitchFamily="34" charset="0"/>
              <a:buChar char="•"/>
            </a:pPr>
            <a:endParaRPr lang="es-AR"/>
          </a:p>
        </p:txBody>
      </p:sp>
      <p:sp>
        <p:nvSpPr>
          <p:cNvPr id="3" name="Elipse 2"/>
          <p:cNvSpPr/>
          <p:nvPr/>
        </p:nvSpPr>
        <p:spPr>
          <a:xfrm>
            <a:off x="1637524" y="1988840"/>
            <a:ext cx="144016" cy="14401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s-AR"/>
          </a:p>
        </p:txBody>
      </p:sp>
      <p:sp>
        <p:nvSpPr>
          <p:cNvPr id="9" name="Elipse 8"/>
          <p:cNvSpPr/>
          <p:nvPr/>
        </p:nvSpPr>
        <p:spPr>
          <a:xfrm>
            <a:off x="1637524" y="2255584"/>
            <a:ext cx="144016" cy="14401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s-AR"/>
          </a:p>
        </p:txBody>
      </p:sp>
      <p:sp>
        <p:nvSpPr>
          <p:cNvPr id="10" name="Elipse 9"/>
          <p:cNvSpPr/>
          <p:nvPr/>
        </p:nvSpPr>
        <p:spPr>
          <a:xfrm>
            <a:off x="1637524" y="2522328"/>
            <a:ext cx="144016" cy="14401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s-AR"/>
          </a:p>
        </p:txBody>
      </p:sp>
      <p:sp>
        <p:nvSpPr>
          <p:cNvPr id="11" name="Elipse 10"/>
          <p:cNvSpPr/>
          <p:nvPr/>
        </p:nvSpPr>
        <p:spPr>
          <a:xfrm>
            <a:off x="1637524" y="2789072"/>
            <a:ext cx="144016" cy="14401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s-A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6988</TotalTime>
  <Words>1252</Words>
  <Application>Microsoft Office PowerPoint</Application>
  <PresentationFormat>Presentación en pantalla (4:3)</PresentationFormat>
  <Paragraphs>201</Paragraphs>
  <Slides>33</Slides>
  <Notes>31</Notes>
  <HiddenSlides>0</HiddenSlides>
  <MMClips>0</MMClips>
  <ScaleCrop>false</ScaleCrop>
  <HeadingPairs>
    <vt:vector size="6" baseType="variant">
      <vt:variant>
        <vt:lpstr>Fuentes usadas</vt:lpstr>
      </vt:variant>
      <vt:variant>
        <vt:i4>9</vt:i4>
      </vt:variant>
      <vt:variant>
        <vt:lpstr>Tema</vt:lpstr>
      </vt:variant>
      <vt:variant>
        <vt:i4>3</vt:i4>
      </vt:variant>
      <vt:variant>
        <vt:lpstr>Títulos de diapositiva</vt:lpstr>
      </vt:variant>
      <vt:variant>
        <vt:i4>33</vt:i4>
      </vt:variant>
    </vt:vector>
  </HeadingPairs>
  <TitlesOfParts>
    <vt:vector size="45" baseType="lpstr">
      <vt:lpstr>Alfabet ExtraBold</vt:lpstr>
      <vt:lpstr>Alfabet Medium</vt:lpstr>
      <vt:lpstr>Arial</vt:lpstr>
      <vt:lpstr>Courier New</vt:lpstr>
      <vt:lpstr>DejaVu Sans</vt:lpstr>
      <vt:lpstr>Roboto Medium</vt:lpstr>
      <vt:lpstr>Symbol</vt:lpstr>
      <vt:lpstr>Times New Roman</vt:lpstr>
      <vt:lpstr>Wingdings</vt:lpstr>
      <vt:lpstr>Office Theme</vt:lpstr>
      <vt:lpstr>Office Theme</vt:lpstr>
      <vt:lpstr>Office Theme</vt:lpstr>
      <vt:lpstr>Devolución de Subvenciones Docentes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Diapositiva 1</dc:title>
  <dc:creator>Pavoni Julian</dc:creator>
  <cp:lastModifiedBy>Lopez Gabriela</cp:lastModifiedBy>
  <cp:revision>105</cp:revision>
  <dcterms:created xsi:type="dcterms:W3CDTF">2024-04-17T14:44:25Z</dcterms:created>
  <dcterms:modified xsi:type="dcterms:W3CDTF">2024-10-28T18:46:36Z</dcterms:modified>
  <dc:language>es-AR</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vt:i4>
  </property>
  <property fmtid="{D5CDD505-2E9C-101B-9397-08002B2CF9AE}" pid="3" name="PresentationFormat">
    <vt:lpwstr>Presentación en pantalla (4:3)</vt:lpwstr>
  </property>
  <property fmtid="{D5CDD505-2E9C-101B-9397-08002B2CF9AE}" pid="4" name="Slides">
    <vt:i4>24</vt:i4>
  </property>
</Properties>
</file>