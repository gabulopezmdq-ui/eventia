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</p:sldMasterIdLst>
  <p:notesMasterIdLst>
    <p:notesMasterId r:id="rId14"/>
  </p:notesMasterIdLst>
  <p:sldIdLst>
    <p:sldId id="256" r:id="rId3"/>
    <p:sldId id="295" r:id="rId4"/>
    <p:sldId id="294" r:id="rId5"/>
    <p:sldId id="297" r:id="rId6"/>
    <p:sldId id="298" r:id="rId7"/>
    <p:sldId id="307" r:id="rId8"/>
    <p:sldId id="308" r:id="rId9"/>
    <p:sldId id="309" r:id="rId10"/>
    <p:sldId id="310" r:id="rId11"/>
    <p:sldId id="311" r:id="rId12"/>
    <p:sldId id="306" r:id="rId13"/>
  </p:sldIdLst>
  <p:sldSz cx="9144000" cy="6858000" type="screen4x3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61C78"/>
    <a:srgbClr val="AB174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6" d="100"/>
          <a:sy n="106" d="100"/>
        </p:scale>
        <p:origin x="1686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es-AR" sz="4400" b="0" strike="noStrike" spc="-1">
                <a:latin typeface="Arial"/>
              </a:rPr>
              <a:t>Pulse para desplazar la diapositiva</a:t>
            </a:r>
          </a:p>
        </p:txBody>
      </p:sp>
      <p:sp>
        <p:nvSpPr>
          <p:cNvPr id="11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r>
              <a:rPr lang="es-AR" sz="2000" b="0" strike="noStrike" spc="-1">
                <a:latin typeface="Arial"/>
              </a:rPr>
              <a:t>Pulse para editar el formato de las notas</a:t>
            </a:r>
          </a:p>
        </p:txBody>
      </p:sp>
      <p:sp>
        <p:nvSpPr>
          <p:cNvPr id="11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r>
              <a:rPr lang="es-AR" sz="1400" b="0" strike="noStrike" spc="-1">
                <a:latin typeface="Times New Roman"/>
              </a:rPr>
              <a:t>&lt;cabecera&gt;</a:t>
            </a:r>
          </a:p>
        </p:txBody>
      </p:sp>
      <p:sp>
        <p:nvSpPr>
          <p:cNvPr id="117" name="PlaceHolder 4"/>
          <p:cNvSpPr>
            <a:spLocks noGrp="1"/>
          </p:cNvSpPr>
          <p:nvPr>
            <p:ph type="dt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r"/>
            <a:r>
              <a:rPr lang="es-AR" sz="1400" b="0" strike="noStrike" spc="-1">
                <a:latin typeface="Times New Roman"/>
              </a:rPr>
              <a:t>&lt;fecha/hora&gt;</a:t>
            </a:r>
          </a:p>
        </p:txBody>
      </p:sp>
      <p:sp>
        <p:nvSpPr>
          <p:cNvPr id="118" name="PlaceHolder 5"/>
          <p:cNvSpPr>
            <a:spLocks noGrp="1"/>
          </p:cNvSpPr>
          <p:nvPr>
            <p:ph type="ftr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r>
              <a:rPr lang="es-AR" sz="1400" b="0" strike="noStrike" spc="-1">
                <a:latin typeface="Times New Roman"/>
              </a:rPr>
              <a:t>&lt;pie de página&gt;</a:t>
            </a:r>
          </a:p>
        </p:txBody>
      </p:sp>
      <p:sp>
        <p:nvSpPr>
          <p:cNvPr id="119" name="PlaceHolder 6"/>
          <p:cNvSpPr>
            <a:spLocks noGrp="1"/>
          </p:cNvSpPr>
          <p:nvPr>
            <p:ph type="sldNum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algn="r"/>
            <a:fld id="{25E1D73A-C896-4F10-8A1F-42DA976BB268}" type="slidenum">
              <a:rPr lang="es-AR" sz="1400" b="0" strike="noStrike" spc="-1">
                <a:latin typeface="Times New Roman"/>
              </a:rPr>
              <a:pPr algn="r"/>
              <a:t>‹Nº›</a:t>
            </a:fld>
            <a:endParaRPr lang="es-AR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248716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1625" cy="3084513"/>
          </a:xfrm>
          <a:prstGeom prst="rect">
            <a:avLst/>
          </a:prstGeom>
          <a:ln w="0">
            <a:noFill/>
          </a:ln>
        </p:spPr>
      </p:sp>
      <p:sp>
        <p:nvSpPr>
          <p:cNvPr id="2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AR" sz="2000" b="0" strike="noStrike" spc="-1">
              <a:latin typeface="Arial"/>
            </a:endParaRPr>
          </a:p>
        </p:txBody>
      </p:sp>
      <p:sp>
        <p:nvSpPr>
          <p:cNvPr id="267" name="PlaceHolder 3"/>
          <p:cNvSpPr>
            <a:spLocks noGrp="1"/>
          </p:cNvSpPr>
          <p:nvPr>
            <p:ph type="sldNum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algn="r"/>
            <a:fld id="{9669A908-0F06-4E47-960C-06257B12840D}" type="slidenum">
              <a:rPr lang="es-AR" sz="1200" spc="-1">
                <a:solidFill>
                  <a:srgbClr val="000000"/>
                </a:solidFill>
              </a:rPr>
              <a:pPr algn="r"/>
              <a:t>2</a:t>
            </a:fld>
            <a:endParaRPr lang="es-AR" sz="1200" spc="-1">
              <a:solidFill>
                <a:prstClr val="black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9993970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1625" cy="3084513"/>
          </a:xfrm>
          <a:prstGeom prst="rect">
            <a:avLst/>
          </a:prstGeom>
          <a:ln w="0">
            <a:noFill/>
          </a:ln>
        </p:spPr>
      </p:sp>
      <p:sp>
        <p:nvSpPr>
          <p:cNvPr id="2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AR" sz="2000" b="0" strike="noStrike" spc="-1">
              <a:latin typeface="Arial"/>
            </a:endParaRPr>
          </a:p>
        </p:txBody>
      </p:sp>
      <p:sp>
        <p:nvSpPr>
          <p:cNvPr id="267" name="PlaceHolder 3"/>
          <p:cNvSpPr>
            <a:spLocks noGrp="1"/>
          </p:cNvSpPr>
          <p:nvPr>
            <p:ph type="sldNum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algn="r">
              <a:lnSpc>
                <a:spcPct val="100000"/>
              </a:lnSpc>
            </a:pPr>
            <a:fld id="{9669A908-0F06-4E47-960C-06257B12840D}" type="slidenum">
              <a:rPr lang="es-AR" sz="1200" b="0" strike="noStrike" spc="-1">
                <a:solidFill>
                  <a:srgbClr val="000000"/>
                </a:solidFill>
                <a:latin typeface="+mn-lt"/>
                <a:ea typeface="+mn-ea"/>
              </a:rPr>
              <a:pPr algn="r">
                <a:lnSpc>
                  <a:spcPct val="100000"/>
                </a:lnSpc>
              </a:pPr>
              <a:t>3</a:t>
            </a:fld>
            <a:endParaRPr lang="es-AR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6639946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1625" cy="3084513"/>
          </a:xfrm>
          <a:prstGeom prst="rect">
            <a:avLst/>
          </a:prstGeom>
          <a:ln w="0">
            <a:noFill/>
          </a:ln>
        </p:spPr>
      </p:sp>
      <p:sp>
        <p:nvSpPr>
          <p:cNvPr id="2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AR" sz="2000" b="0" strike="noStrike" spc="-1">
              <a:latin typeface="Arial"/>
            </a:endParaRPr>
          </a:p>
        </p:txBody>
      </p:sp>
      <p:sp>
        <p:nvSpPr>
          <p:cNvPr id="267" name="PlaceHolder 3"/>
          <p:cNvSpPr>
            <a:spLocks noGrp="1"/>
          </p:cNvSpPr>
          <p:nvPr>
            <p:ph type="sldNum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algn="r">
              <a:lnSpc>
                <a:spcPct val="100000"/>
              </a:lnSpc>
            </a:pPr>
            <a:fld id="{9669A908-0F06-4E47-960C-06257B12840D}" type="slidenum">
              <a:rPr lang="es-AR" sz="1200" b="0" strike="noStrike" spc="-1">
                <a:solidFill>
                  <a:srgbClr val="000000"/>
                </a:solidFill>
                <a:latin typeface="+mn-lt"/>
                <a:ea typeface="+mn-ea"/>
              </a:rPr>
              <a:pPr algn="r">
                <a:lnSpc>
                  <a:spcPct val="100000"/>
                </a:lnSpc>
              </a:pPr>
              <a:t>4</a:t>
            </a:fld>
            <a:endParaRPr lang="es-AR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9173755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1625" cy="3084513"/>
          </a:xfrm>
          <a:prstGeom prst="rect">
            <a:avLst/>
          </a:prstGeom>
          <a:ln w="0">
            <a:noFill/>
          </a:ln>
        </p:spPr>
      </p:sp>
      <p:sp>
        <p:nvSpPr>
          <p:cNvPr id="2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AR" sz="2000" b="0" strike="noStrike" spc="-1">
              <a:latin typeface="Arial"/>
            </a:endParaRPr>
          </a:p>
        </p:txBody>
      </p:sp>
      <p:sp>
        <p:nvSpPr>
          <p:cNvPr id="267" name="PlaceHolder 3"/>
          <p:cNvSpPr>
            <a:spLocks noGrp="1"/>
          </p:cNvSpPr>
          <p:nvPr>
            <p:ph type="sldNum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algn="r">
              <a:lnSpc>
                <a:spcPct val="100000"/>
              </a:lnSpc>
            </a:pPr>
            <a:fld id="{9669A908-0F06-4E47-960C-06257B12840D}" type="slidenum">
              <a:rPr lang="es-AR" sz="1200" b="0" strike="noStrike" spc="-1">
                <a:solidFill>
                  <a:srgbClr val="000000"/>
                </a:solidFill>
                <a:latin typeface="+mn-lt"/>
                <a:ea typeface="+mn-ea"/>
              </a:rPr>
              <a:pPr algn="r">
                <a:lnSpc>
                  <a:spcPct val="100000"/>
                </a:lnSpc>
              </a:pPr>
              <a:t>5</a:t>
            </a:fld>
            <a:endParaRPr lang="es-AR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916973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1625" cy="3084513"/>
          </a:xfrm>
          <a:prstGeom prst="rect">
            <a:avLst/>
          </a:prstGeom>
          <a:ln w="0">
            <a:noFill/>
          </a:ln>
        </p:spPr>
      </p:sp>
      <p:sp>
        <p:nvSpPr>
          <p:cNvPr id="2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AR" sz="2000" b="0" strike="noStrike" spc="-1">
              <a:latin typeface="Arial"/>
            </a:endParaRPr>
          </a:p>
        </p:txBody>
      </p:sp>
      <p:sp>
        <p:nvSpPr>
          <p:cNvPr id="267" name="PlaceHolder 3"/>
          <p:cNvSpPr>
            <a:spLocks noGrp="1"/>
          </p:cNvSpPr>
          <p:nvPr>
            <p:ph type="sldNum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algn="r">
              <a:lnSpc>
                <a:spcPct val="100000"/>
              </a:lnSpc>
            </a:pPr>
            <a:fld id="{9669A908-0F06-4E47-960C-06257B12840D}" type="slidenum">
              <a:rPr lang="es-AR" sz="1200" b="0" strike="noStrike" spc="-1">
                <a:solidFill>
                  <a:srgbClr val="000000"/>
                </a:solidFill>
                <a:latin typeface="+mn-lt"/>
                <a:ea typeface="+mn-ea"/>
              </a:rPr>
              <a:pPr algn="r">
                <a:lnSpc>
                  <a:spcPct val="100000"/>
                </a:lnSpc>
              </a:pPr>
              <a:t>6</a:t>
            </a:fld>
            <a:endParaRPr lang="es-AR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83248728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1625" cy="3084513"/>
          </a:xfrm>
          <a:prstGeom prst="rect">
            <a:avLst/>
          </a:prstGeom>
          <a:ln w="0">
            <a:noFill/>
          </a:ln>
        </p:spPr>
      </p:sp>
      <p:sp>
        <p:nvSpPr>
          <p:cNvPr id="2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AR" sz="2000" b="0" strike="noStrike" spc="-1">
              <a:latin typeface="Arial"/>
            </a:endParaRPr>
          </a:p>
        </p:txBody>
      </p:sp>
      <p:sp>
        <p:nvSpPr>
          <p:cNvPr id="267" name="PlaceHolder 3"/>
          <p:cNvSpPr>
            <a:spLocks noGrp="1"/>
          </p:cNvSpPr>
          <p:nvPr>
            <p:ph type="sldNum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algn="r">
              <a:lnSpc>
                <a:spcPct val="100000"/>
              </a:lnSpc>
            </a:pPr>
            <a:fld id="{9669A908-0F06-4E47-960C-06257B12840D}" type="slidenum">
              <a:rPr lang="es-AR" sz="1200" b="0" strike="noStrike" spc="-1">
                <a:solidFill>
                  <a:srgbClr val="000000"/>
                </a:solidFill>
                <a:latin typeface="+mn-lt"/>
                <a:ea typeface="+mn-ea"/>
              </a:rPr>
              <a:pPr algn="r">
                <a:lnSpc>
                  <a:spcPct val="100000"/>
                </a:lnSpc>
              </a:pPr>
              <a:t>7</a:t>
            </a:fld>
            <a:endParaRPr lang="es-AR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9017441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1625" cy="3084513"/>
          </a:xfrm>
          <a:prstGeom prst="rect">
            <a:avLst/>
          </a:prstGeom>
          <a:ln w="0">
            <a:noFill/>
          </a:ln>
        </p:spPr>
      </p:sp>
      <p:sp>
        <p:nvSpPr>
          <p:cNvPr id="2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AR" sz="2000" b="0" strike="noStrike" spc="-1">
              <a:latin typeface="Arial"/>
            </a:endParaRPr>
          </a:p>
        </p:txBody>
      </p:sp>
      <p:sp>
        <p:nvSpPr>
          <p:cNvPr id="267" name="PlaceHolder 3"/>
          <p:cNvSpPr>
            <a:spLocks noGrp="1"/>
          </p:cNvSpPr>
          <p:nvPr>
            <p:ph type="sldNum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algn="r">
              <a:lnSpc>
                <a:spcPct val="100000"/>
              </a:lnSpc>
            </a:pPr>
            <a:fld id="{9669A908-0F06-4E47-960C-06257B12840D}" type="slidenum">
              <a:rPr lang="es-AR" sz="1200" b="0" strike="noStrike" spc="-1">
                <a:solidFill>
                  <a:srgbClr val="000000"/>
                </a:solidFill>
                <a:latin typeface="+mn-lt"/>
                <a:ea typeface="+mn-ea"/>
              </a:rPr>
              <a:pPr algn="r">
                <a:lnSpc>
                  <a:spcPct val="100000"/>
                </a:lnSpc>
              </a:pPr>
              <a:t>8</a:t>
            </a:fld>
            <a:endParaRPr lang="es-AR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85247982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1625" cy="3084513"/>
          </a:xfrm>
          <a:prstGeom prst="rect">
            <a:avLst/>
          </a:prstGeom>
          <a:ln w="0">
            <a:noFill/>
          </a:ln>
        </p:spPr>
      </p:sp>
      <p:sp>
        <p:nvSpPr>
          <p:cNvPr id="2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AR" sz="2000" b="0" strike="noStrike" spc="-1">
              <a:latin typeface="Arial"/>
            </a:endParaRPr>
          </a:p>
        </p:txBody>
      </p:sp>
      <p:sp>
        <p:nvSpPr>
          <p:cNvPr id="267" name="PlaceHolder 3"/>
          <p:cNvSpPr>
            <a:spLocks noGrp="1"/>
          </p:cNvSpPr>
          <p:nvPr>
            <p:ph type="sldNum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algn="r">
              <a:lnSpc>
                <a:spcPct val="100000"/>
              </a:lnSpc>
            </a:pPr>
            <a:fld id="{9669A908-0F06-4E47-960C-06257B12840D}" type="slidenum">
              <a:rPr lang="es-AR" sz="1200" b="0" strike="noStrike" spc="-1">
                <a:solidFill>
                  <a:srgbClr val="000000"/>
                </a:solidFill>
                <a:latin typeface="+mn-lt"/>
                <a:ea typeface="+mn-ea"/>
              </a:rPr>
              <a:pPr algn="r">
                <a:lnSpc>
                  <a:spcPct val="100000"/>
                </a:lnSpc>
              </a:pPr>
              <a:t>9</a:t>
            </a:fld>
            <a:endParaRPr lang="es-AR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35405322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1625" cy="3084513"/>
          </a:xfrm>
          <a:prstGeom prst="rect">
            <a:avLst/>
          </a:prstGeom>
          <a:ln w="0">
            <a:noFill/>
          </a:ln>
        </p:spPr>
      </p:sp>
      <p:sp>
        <p:nvSpPr>
          <p:cNvPr id="2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AR" sz="2000" b="0" strike="noStrike" spc="-1">
              <a:latin typeface="Arial"/>
            </a:endParaRPr>
          </a:p>
        </p:txBody>
      </p:sp>
      <p:sp>
        <p:nvSpPr>
          <p:cNvPr id="267" name="PlaceHolder 3"/>
          <p:cNvSpPr>
            <a:spLocks noGrp="1"/>
          </p:cNvSpPr>
          <p:nvPr>
            <p:ph type="sldNum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algn="r">
              <a:lnSpc>
                <a:spcPct val="100000"/>
              </a:lnSpc>
            </a:pPr>
            <a:fld id="{9669A908-0F06-4E47-960C-06257B12840D}" type="slidenum">
              <a:rPr lang="es-AR" sz="1200" b="0" strike="noStrike" spc="-1">
                <a:solidFill>
                  <a:srgbClr val="000000"/>
                </a:solidFill>
                <a:latin typeface="+mn-lt"/>
                <a:ea typeface="+mn-ea"/>
              </a:rPr>
              <a:pPr algn="r">
                <a:lnSpc>
                  <a:spcPct val="100000"/>
                </a:lnSpc>
              </a:pPr>
              <a:t>10</a:t>
            </a:fld>
            <a:endParaRPr lang="es-AR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31453499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1625" cy="3084513"/>
          </a:xfrm>
          <a:prstGeom prst="rect">
            <a:avLst/>
          </a:prstGeom>
          <a:ln w="0">
            <a:noFill/>
          </a:ln>
        </p:spPr>
      </p:sp>
      <p:sp>
        <p:nvSpPr>
          <p:cNvPr id="2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AR" sz="2000" b="0" strike="noStrike" spc="-1">
              <a:latin typeface="Arial"/>
            </a:endParaRPr>
          </a:p>
        </p:txBody>
      </p:sp>
      <p:sp>
        <p:nvSpPr>
          <p:cNvPr id="267" name="PlaceHolder 3"/>
          <p:cNvSpPr>
            <a:spLocks noGrp="1"/>
          </p:cNvSpPr>
          <p:nvPr>
            <p:ph type="sldNum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algn="r">
              <a:lnSpc>
                <a:spcPct val="100000"/>
              </a:lnSpc>
            </a:pPr>
            <a:fld id="{9669A908-0F06-4E47-960C-06257B12840D}" type="slidenum">
              <a:rPr lang="es-AR" sz="1200" b="0" strike="noStrike" spc="-1">
                <a:solidFill>
                  <a:srgbClr val="000000"/>
                </a:solidFill>
                <a:latin typeface="+mn-lt"/>
                <a:ea typeface="+mn-ea"/>
              </a:rPr>
              <a:pPr algn="r">
                <a:lnSpc>
                  <a:spcPct val="100000"/>
                </a:lnSpc>
              </a:pPr>
              <a:t>11</a:t>
            </a:fld>
            <a:endParaRPr lang="es-AR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4828901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AR" sz="44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A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AR" sz="4400" b="0" strike="noStrike" spc="-1"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AR" sz="4400" b="0" strike="noStrike" spc="-1"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AR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A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AR" sz="4400" b="0" strike="noStrike" spc="-1"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AR" sz="4400" b="0" strike="noStrike" spc="-1"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AR" sz="4400" b="0" strike="noStrike" spc="-1"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AR" sz="4400" b="0" strike="noStrike" spc="-1"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AR" sz="4400" b="0" strike="noStrike" spc="-1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AR" sz="4400" b="0" strike="noStrike" spc="-1"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AR" sz="4400" b="0" strike="noStrike" spc="-1"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A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AR" sz="4400" b="0" strike="noStrike" spc="-1"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AR" sz="4400" b="0" strike="noStrike" spc="-1"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AR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A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AR" sz="4400" b="0" strike="noStrike" spc="-1"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AR" sz="4400" b="0" strike="noStrike" spc="-1"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AR" sz="4400" b="0" strike="noStrike" spc="-1"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AR" sz="4400" b="0" strike="noStrike" spc="-1"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AR" sz="4400" b="0" strike="noStrike" spc="-1"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67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68" name="PlaceHolder 5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AR" sz="4400" b="0" strike="noStrike" spc="-1">
              <a:latin typeface="Arial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72" name="PlaceHolder 4"/>
          <p:cNvSpPr>
            <a:spLocks noGrp="1"/>
          </p:cNvSpPr>
          <p:nvPr>
            <p:ph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73" name="PlaceHolder 5"/>
          <p:cNvSpPr>
            <a:spLocks noGrp="1"/>
          </p:cNvSpPr>
          <p:nvPr>
            <p:ph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74" name="PlaceHolder 6"/>
          <p:cNvSpPr>
            <a:spLocks noGrp="1"/>
          </p:cNvSpPr>
          <p:nvPr>
            <p:ph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75" name="PlaceHolder 7"/>
          <p:cNvSpPr>
            <a:spLocks noGrp="1"/>
          </p:cNvSpPr>
          <p:nvPr>
            <p:ph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es-AR" sz="4400" b="0" strike="noStrike" spc="-1">
                <a:latin typeface="Arial"/>
              </a:rPr>
              <a:t>Pulse para editar el formato del texto de título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AR" sz="3200" b="0" strike="noStrike" spc="-1">
                <a:latin typeface="Arial"/>
              </a:rPr>
              <a:t>Pulse para editar el formato de texto del esquema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AR" sz="2800" b="0" strike="noStrike" spc="-1">
                <a:latin typeface="Arial"/>
              </a:rPr>
              <a:t>Segundo nivel del esquema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AR" sz="2400" b="0" strike="noStrike" spc="-1">
                <a:latin typeface="Arial"/>
              </a:rPr>
              <a:t>Tercer nivel del esquema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AR" sz="2000" b="0" strike="noStrike" spc="-1">
                <a:latin typeface="Arial"/>
              </a:rPr>
              <a:t>Cuarto nivel del esquema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AR" sz="2000" b="0" strike="noStrike" spc="-1">
                <a:latin typeface="Arial"/>
              </a:rPr>
              <a:t>Quinto nivel del esquema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AR" sz="2000" b="0" strike="noStrike" spc="-1">
                <a:latin typeface="Arial"/>
              </a:rPr>
              <a:t>Sexto nivel del esquema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AR" sz="2000" b="0" strike="noStrike" spc="-1">
                <a:latin typeface="Arial"/>
              </a:rPr>
              <a:t>Séptimo nivel del esquema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/>
    <p:bodyStyle/>
    <p:otherStyle/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es-AR" sz="4400" b="0" strike="noStrike" spc="-1">
                <a:latin typeface="Arial"/>
              </a:rPr>
              <a:t>Pulse para editar el formato del texto de título</a:t>
            </a: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AR" sz="3200" b="0" strike="noStrike" spc="-1">
                <a:latin typeface="Arial"/>
              </a:rPr>
              <a:t>Pulse para editar el formato de texto del esquema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AR" sz="2800" b="0" strike="noStrike" spc="-1">
                <a:latin typeface="Arial"/>
              </a:rPr>
              <a:t>Segundo nivel del esquema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AR" sz="2400" b="0" strike="noStrike" spc="-1">
                <a:latin typeface="Arial"/>
              </a:rPr>
              <a:t>Tercer nivel del esquema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AR" sz="2000" b="0" strike="noStrike" spc="-1">
                <a:latin typeface="Arial"/>
              </a:rPr>
              <a:t>Cuarto nivel del esquema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AR" sz="2000" b="0" strike="noStrike" spc="-1">
                <a:latin typeface="Arial"/>
              </a:rPr>
              <a:t>Quinto nivel del esquema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AR" sz="2000" b="0" strike="noStrike" spc="-1">
                <a:latin typeface="Arial"/>
              </a:rPr>
              <a:t>Sexto nivel del esquema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AR" sz="2000" b="0" strike="noStrike" spc="-1">
                <a:latin typeface="Arial"/>
              </a:rPr>
              <a:t>Séptimo nivel del esquema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jpe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3.png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9.png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20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1.png"/><Relationship Id="rId5" Type="http://schemas.openxmlformats.org/officeDocument/2006/relationships/image" Target="../media/image3.png"/><Relationship Id="rId10" Type="http://schemas.openxmlformats.org/officeDocument/2006/relationships/image" Target="../media/image24.png"/><Relationship Id="rId4" Type="http://schemas.openxmlformats.org/officeDocument/2006/relationships/image" Target="../media/image2.jpeg"/><Relationship Id="rId9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1.png"/><Relationship Id="rId5" Type="http://schemas.openxmlformats.org/officeDocument/2006/relationships/image" Target="../media/image25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3E6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457920" y="980728"/>
            <a:ext cx="7858496" cy="2088232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s-AR" sz="4400" b="0" strike="noStrike" spc="-1" dirty="0" smtClean="0">
                <a:solidFill>
                  <a:srgbClr val="FFFFFF"/>
                </a:solidFill>
                <a:latin typeface="Alfabet ExtraBold"/>
              </a:rPr>
              <a:t>Devolución de Subvenciones Docentes</a:t>
            </a:r>
            <a:endParaRPr lang="es-AR" sz="4400" b="0" strike="noStrike" spc="-1" dirty="0">
              <a:latin typeface="Arial"/>
            </a:endParaRPr>
          </a:p>
        </p:txBody>
      </p:sp>
      <p:pic>
        <p:nvPicPr>
          <p:cNvPr id="121" name="120 Imagen"/>
          <p:cNvPicPr/>
          <p:nvPr/>
        </p:nvPicPr>
        <p:blipFill>
          <a:blip r:embed="rId2" cstate="print"/>
          <a:stretch/>
        </p:blipFill>
        <p:spPr>
          <a:xfrm>
            <a:off x="180000" y="5396400"/>
            <a:ext cx="8819640" cy="1443240"/>
          </a:xfrm>
          <a:prstGeom prst="rect">
            <a:avLst/>
          </a:prstGeom>
          <a:ln w="0">
            <a:noFill/>
          </a:ln>
        </p:spPr>
      </p:pic>
      <p:sp>
        <p:nvSpPr>
          <p:cNvPr id="4" name="PlaceHolder 1"/>
          <p:cNvSpPr txBox="1">
            <a:spLocks/>
          </p:cNvSpPr>
          <p:nvPr/>
        </p:nvSpPr>
        <p:spPr>
          <a:xfrm>
            <a:off x="458552" y="3429000"/>
            <a:ext cx="8217904" cy="1080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/>
            <a:r>
              <a:rPr lang="es-AR" sz="2800" kern="0" spc="-1" dirty="0" smtClean="0">
                <a:solidFill>
                  <a:srgbClr val="FFFFFF"/>
                </a:solidFill>
                <a:latin typeface="Alfabet ExtraBold"/>
              </a:rPr>
              <a:t>Instructivo 5 – Gestión de Planta Funcional / Carga de Barras</a:t>
            </a:r>
            <a:endParaRPr lang="es-AR" sz="2800" kern="0" spc="-1" dirty="0">
              <a:solidFill>
                <a:sysClr val="windowText" lastClr="000000"/>
              </a:solidFill>
              <a:latin typeface="Arial"/>
            </a:endParaRPr>
          </a:p>
        </p:txBody>
      </p:sp>
      <p:cxnSp>
        <p:nvCxnSpPr>
          <p:cNvPr id="3" name="Conector recto 2"/>
          <p:cNvCxnSpPr/>
          <p:nvPr/>
        </p:nvCxnSpPr>
        <p:spPr>
          <a:xfrm flipH="1">
            <a:off x="2843808" y="4581128"/>
            <a:ext cx="5832648" cy="0"/>
          </a:xfrm>
          <a:prstGeom prst="line">
            <a:avLst/>
          </a:prstGeom>
          <a:ln w="28575">
            <a:solidFill>
              <a:schemeClr val="bg1"/>
            </a:solidFill>
          </a:ln>
          <a:effectLst>
            <a:outerShdw blurRad="50800" dist="38100" dir="5400000" algn="t" rotWithShape="0">
              <a:schemeClr val="bg2">
                <a:alpha val="40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457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" name="15 Grupo"/>
          <p:cNvGrpSpPr/>
          <p:nvPr/>
        </p:nvGrpSpPr>
        <p:grpSpPr>
          <a:xfrm>
            <a:off x="540000" y="482760"/>
            <a:ext cx="6802560" cy="573480"/>
            <a:chOff x="540000" y="482760"/>
            <a:chExt cx="6802560" cy="573480"/>
          </a:xfrm>
        </p:grpSpPr>
        <p:pic>
          <p:nvPicPr>
            <p:cNvPr id="123" name="Picture 2" descr="C:\Users\jpavoni\Downloads\ELEMENTOS PARA WEB\ELEMENTOS PARA WEB\CAPA 2 nueva\PARTICIPACION CIUDADANA\BANNERS Y BOTONES-02.jpg"/>
            <p:cNvPicPr/>
            <p:nvPr/>
          </p:nvPicPr>
          <p:blipFill>
            <a:blip r:embed="rId3" cstate="print"/>
            <a:srcRect l="5396" t="37233" r="86991" b="50737"/>
            <a:stretch/>
          </p:blipFill>
          <p:spPr>
            <a:xfrm>
              <a:off x="540000" y="482760"/>
              <a:ext cx="645480" cy="57348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124" name="13 Rectángulo"/>
            <p:cNvSpPr/>
            <p:nvPr/>
          </p:nvSpPr>
          <p:spPr>
            <a:xfrm>
              <a:off x="1008360" y="482760"/>
              <a:ext cx="6334200" cy="521766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r>
                <a:rPr lang="es-MX" sz="2800" spc="-1" dirty="0" smtClean="0">
                  <a:solidFill>
                    <a:srgbClr val="FFFFFF"/>
                  </a:solidFill>
                  <a:latin typeface="Alfabet ExtraBold"/>
                  <a:ea typeface="Roboto Medium"/>
                </a:rPr>
                <a:t>Hito 1 – POF: Carga de Barras</a:t>
              </a:r>
              <a:endParaRPr lang="es-AR" sz="2800" spc="-1" dirty="0">
                <a:solidFill>
                  <a:prstClr val="black"/>
                </a:solidFill>
              </a:endParaRPr>
            </a:p>
          </p:txBody>
        </p:sp>
      </p:grpSp>
      <p:pic>
        <p:nvPicPr>
          <p:cNvPr id="142" name="141 Imagen"/>
          <p:cNvPicPr/>
          <p:nvPr/>
        </p:nvPicPr>
        <p:blipFill>
          <a:blip r:embed="rId4" cstate="print"/>
          <a:stretch/>
        </p:blipFill>
        <p:spPr>
          <a:xfrm>
            <a:off x="360" y="5897520"/>
            <a:ext cx="9143280" cy="960120"/>
          </a:xfrm>
          <a:prstGeom prst="rect">
            <a:avLst/>
          </a:prstGeom>
          <a:ln w="0">
            <a:noFill/>
          </a:ln>
        </p:spPr>
      </p:pic>
      <p:grpSp>
        <p:nvGrpSpPr>
          <p:cNvPr id="2" name="Grupo 1"/>
          <p:cNvGrpSpPr/>
          <p:nvPr/>
        </p:nvGrpSpPr>
        <p:grpSpPr>
          <a:xfrm>
            <a:off x="577752" y="1844824"/>
            <a:ext cx="6656040" cy="398655"/>
            <a:chOff x="577752" y="1158137"/>
            <a:chExt cx="6656040" cy="398655"/>
          </a:xfrm>
        </p:grpSpPr>
        <p:pic>
          <p:nvPicPr>
            <p:cNvPr id="8" name="Picture 2" descr="C:\Users\jpavoni\Downloads\ELEMENTOS PARA WEB\ELEMENTOS PARA WEB\CAPA 2 nueva\PARTICIPACION CIUDADANA\BANNERS Y BOTONES-02.jpg"/>
            <p:cNvPicPr/>
            <p:nvPr/>
          </p:nvPicPr>
          <p:blipFill>
            <a:blip r:embed="rId3" cstate="print"/>
            <a:srcRect l="5396" t="37233" r="86991" b="50737"/>
            <a:stretch/>
          </p:blipFill>
          <p:spPr>
            <a:xfrm>
              <a:off x="577752" y="1171539"/>
              <a:ext cx="430608" cy="385253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9" name="13 Rectángulo"/>
            <p:cNvSpPr/>
            <p:nvPr/>
          </p:nvSpPr>
          <p:spPr>
            <a:xfrm>
              <a:off x="899592" y="1158137"/>
              <a:ext cx="6334200" cy="398655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r>
                <a:rPr lang="es-MX" sz="2000" spc="-1" dirty="0" smtClean="0">
                  <a:solidFill>
                    <a:srgbClr val="FFFFFF"/>
                  </a:solidFill>
                  <a:latin typeface="Alfabet ExtraBold"/>
                  <a:ea typeface="Roboto Medium"/>
                </a:rPr>
                <a:t>Objetivo</a:t>
              </a:r>
              <a:endParaRPr lang="es-AR" sz="2000" spc="-1" dirty="0">
                <a:solidFill>
                  <a:prstClr val="black"/>
                </a:solidFill>
              </a:endParaRPr>
            </a:p>
          </p:txBody>
        </p:sp>
      </p:grpSp>
      <p:sp>
        <p:nvSpPr>
          <p:cNvPr id="11" name="CuadroTexto 2"/>
          <p:cNvSpPr/>
          <p:nvPr/>
        </p:nvSpPr>
        <p:spPr>
          <a:xfrm>
            <a:off x="540000" y="2309390"/>
            <a:ext cx="8208464" cy="79876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pc="-1" dirty="0" smtClean="0">
                <a:solidFill>
                  <a:srgbClr val="FFFFFF"/>
                </a:solidFill>
                <a:latin typeface="Alfabet Medium"/>
              </a:rPr>
              <a:t>Gestión de múltiples barras por planta funcional. 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pc="-1" dirty="0" smtClean="0">
                <a:solidFill>
                  <a:srgbClr val="FFFFFF"/>
                </a:solidFill>
                <a:latin typeface="Alfabet Medium"/>
              </a:rPr>
              <a:t>Exportación de planta funcional a Excel.</a:t>
            </a:r>
            <a:endParaRPr lang="es-AR" spc="-1" dirty="0">
              <a:solidFill>
                <a:srgbClr val="FFFFFF"/>
              </a:solidFill>
              <a:latin typeface="Alfabet Medium"/>
            </a:endParaRPr>
          </a:p>
        </p:txBody>
      </p:sp>
    </p:spTree>
    <p:extLst>
      <p:ext uri="{BB962C8B-B14F-4D97-AF65-F5344CB8AC3E}">
        <p14:creationId xmlns:p14="http://schemas.microsoft.com/office/powerpoint/2010/main" val="34047174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457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" name="15 Grupo"/>
          <p:cNvGrpSpPr/>
          <p:nvPr/>
        </p:nvGrpSpPr>
        <p:grpSpPr>
          <a:xfrm>
            <a:off x="540000" y="482760"/>
            <a:ext cx="6802560" cy="573480"/>
            <a:chOff x="540000" y="482760"/>
            <a:chExt cx="6802560" cy="573480"/>
          </a:xfrm>
        </p:grpSpPr>
        <p:pic>
          <p:nvPicPr>
            <p:cNvPr id="123" name="Picture 2" descr="C:\Users\jpavoni\Downloads\ELEMENTOS PARA WEB\ELEMENTOS PARA WEB\CAPA 2 nueva\PARTICIPACION CIUDADANA\BANNERS Y BOTONES-02.jpg"/>
            <p:cNvPicPr/>
            <p:nvPr/>
          </p:nvPicPr>
          <p:blipFill>
            <a:blip r:embed="rId3" cstate="print"/>
            <a:srcRect l="5396" t="37233" r="86991" b="50737"/>
            <a:stretch/>
          </p:blipFill>
          <p:spPr>
            <a:xfrm>
              <a:off x="540000" y="482760"/>
              <a:ext cx="645480" cy="57348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124" name="13 Rectángulo"/>
            <p:cNvSpPr/>
            <p:nvPr/>
          </p:nvSpPr>
          <p:spPr>
            <a:xfrm>
              <a:off x="1008360" y="482760"/>
              <a:ext cx="6334200" cy="521766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s-MX" sz="2800" b="0" strike="noStrike" spc="-1" dirty="0" smtClean="0">
                  <a:solidFill>
                    <a:srgbClr val="FFFFFF"/>
                  </a:solidFill>
                  <a:latin typeface="Alfabet ExtraBold"/>
                  <a:ea typeface="Roboto Medium"/>
                </a:rPr>
                <a:t>Planta Funcional</a:t>
              </a:r>
              <a:endParaRPr lang="es-AR" sz="2800" b="0" strike="noStrike" spc="-1" dirty="0">
                <a:latin typeface="Arial"/>
              </a:endParaRPr>
            </a:p>
          </p:txBody>
        </p:sp>
      </p:grpSp>
      <p:pic>
        <p:nvPicPr>
          <p:cNvPr id="142" name="141 Imagen"/>
          <p:cNvPicPr/>
          <p:nvPr/>
        </p:nvPicPr>
        <p:blipFill>
          <a:blip r:embed="rId4" cstate="print"/>
          <a:stretch/>
        </p:blipFill>
        <p:spPr>
          <a:xfrm>
            <a:off x="360" y="5897520"/>
            <a:ext cx="9143280" cy="960120"/>
          </a:xfrm>
          <a:prstGeom prst="rect">
            <a:avLst/>
          </a:prstGeom>
          <a:ln w="0">
            <a:noFill/>
          </a:ln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16939" y="1196752"/>
            <a:ext cx="5555461" cy="2286198"/>
          </a:xfrm>
          <a:prstGeom prst="rect">
            <a:avLst/>
          </a:prstGeom>
        </p:spPr>
      </p:pic>
      <p:pic>
        <p:nvPicPr>
          <p:cNvPr id="12" name="Imagen 1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8131" y="2034282"/>
            <a:ext cx="449227" cy="449227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03848" y="2996952"/>
            <a:ext cx="5395428" cy="2933954"/>
          </a:xfrm>
          <a:prstGeom prst="rect">
            <a:avLst/>
          </a:prstGeom>
        </p:spPr>
      </p:pic>
      <p:pic>
        <p:nvPicPr>
          <p:cNvPr id="15" name="Imagen 1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7079364" y="3778588"/>
            <a:ext cx="435610" cy="435610"/>
          </a:xfrm>
          <a:prstGeom prst="rect">
            <a:avLst/>
          </a:prstGeom>
        </p:spPr>
      </p:pic>
      <p:pic>
        <p:nvPicPr>
          <p:cNvPr id="14" name="Imagen 1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9897" y="1340768"/>
            <a:ext cx="2204328" cy="1709821"/>
          </a:xfrm>
          <a:prstGeom prst="rect">
            <a:avLst/>
          </a:prstGeom>
        </p:spPr>
      </p:pic>
      <p:sp>
        <p:nvSpPr>
          <p:cNvPr id="17" name="Rectángulo redondeado 16"/>
          <p:cNvSpPr/>
          <p:nvPr/>
        </p:nvSpPr>
        <p:spPr>
          <a:xfrm>
            <a:off x="201457" y="2365161"/>
            <a:ext cx="2081457" cy="487775"/>
          </a:xfrm>
          <a:prstGeom prst="roundRect">
            <a:avLst/>
          </a:prstGeom>
          <a:noFill/>
          <a:ln w="57150">
            <a:solidFill>
              <a:srgbClr val="AB174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8" name="Rectángulo redondeado 17"/>
          <p:cNvSpPr/>
          <p:nvPr/>
        </p:nvSpPr>
        <p:spPr>
          <a:xfrm>
            <a:off x="5724074" y="1853826"/>
            <a:ext cx="2160240" cy="72202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 smtClean="0"/>
              <a:t>Seleccionar un Establecimiento</a:t>
            </a:r>
            <a:endParaRPr lang="es-AR" sz="1200" dirty="0"/>
          </a:p>
        </p:txBody>
      </p:sp>
      <p:sp>
        <p:nvSpPr>
          <p:cNvPr id="19" name="Elipse 18"/>
          <p:cNvSpPr/>
          <p:nvPr/>
        </p:nvSpPr>
        <p:spPr>
          <a:xfrm>
            <a:off x="5218503" y="2049989"/>
            <a:ext cx="428488" cy="38394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smtClean="0"/>
              <a:t>1</a:t>
            </a:r>
            <a:endParaRPr lang="es-AR" dirty="0"/>
          </a:p>
        </p:txBody>
      </p:sp>
      <p:sp>
        <p:nvSpPr>
          <p:cNvPr id="20" name="Rectángulo redondeado 19"/>
          <p:cNvSpPr/>
          <p:nvPr/>
        </p:nvSpPr>
        <p:spPr>
          <a:xfrm>
            <a:off x="4563980" y="3607197"/>
            <a:ext cx="2160240" cy="72202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 smtClean="0"/>
              <a:t>Luego de seleccionar el Establecimiento, hacer clic en CARGAR</a:t>
            </a:r>
            <a:endParaRPr lang="es-AR" sz="1200" dirty="0"/>
          </a:p>
        </p:txBody>
      </p:sp>
      <p:sp>
        <p:nvSpPr>
          <p:cNvPr id="21" name="Elipse 20"/>
          <p:cNvSpPr/>
          <p:nvPr/>
        </p:nvSpPr>
        <p:spPr>
          <a:xfrm>
            <a:off x="4058409" y="3803360"/>
            <a:ext cx="428488" cy="38394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smtClean="0"/>
              <a:t>2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6623361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457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04" y="1369928"/>
            <a:ext cx="8928992" cy="4219751"/>
          </a:xfrm>
          <a:prstGeom prst="rect">
            <a:avLst/>
          </a:prstGeom>
        </p:spPr>
      </p:pic>
      <p:grpSp>
        <p:nvGrpSpPr>
          <p:cNvPr id="122" name="15 Grupo"/>
          <p:cNvGrpSpPr/>
          <p:nvPr/>
        </p:nvGrpSpPr>
        <p:grpSpPr>
          <a:xfrm>
            <a:off x="540000" y="482760"/>
            <a:ext cx="6802560" cy="573480"/>
            <a:chOff x="540000" y="482760"/>
            <a:chExt cx="6802560" cy="573480"/>
          </a:xfrm>
        </p:grpSpPr>
        <p:pic>
          <p:nvPicPr>
            <p:cNvPr id="123" name="Picture 2" descr="C:\Users\jpavoni\Downloads\ELEMENTOS PARA WEB\ELEMENTOS PARA WEB\CAPA 2 nueva\PARTICIPACION CIUDADANA\BANNERS Y BOTONES-02.jpg"/>
            <p:cNvPicPr/>
            <p:nvPr/>
          </p:nvPicPr>
          <p:blipFill>
            <a:blip r:embed="rId4" cstate="print"/>
            <a:srcRect l="5396" t="37233" r="86991" b="50737"/>
            <a:stretch/>
          </p:blipFill>
          <p:spPr>
            <a:xfrm>
              <a:off x="540000" y="482760"/>
              <a:ext cx="645480" cy="57348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124" name="13 Rectángulo"/>
            <p:cNvSpPr/>
            <p:nvPr/>
          </p:nvSpPr>
          <p:spPr>
            <a:xfrm>
              <a:off x="1008360" y="482760"/>
              <a:ext cx="6334200" cy="521766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s-MX" sz="2800" b="0" strike="noStrike" spc="-1" dirty="0" smtClean="0">
                  <a:solidFill>
                    <a:srgbClr val="FFFFFF"/>
                  </a:solidFill>
                  <a:latin typeface="Alfabet ExtraBold"/>
                  <a:ea typeface="Roboto Medium"/>
                </a:rPr>
                <a:t>Planta Funcional</a:t>
              </a:r>
              <a:endParaRPr lang="es-AR" sz="2800" b="0" strike="noStrike" spc="-1" dirty="0">
                <a:latin typeface="Arial"/>
              </a:endParaRPr>
            </a:p>
          </p:txBody>
        </p:sp>
      </p:grpSp>
      <p:pic>
        <p:nvPicPr>
          <p:cNvPr id="142" name="141 Imagen"/>
          <p:cNvPicPr/>
          <p:nvPr/>
        </p:nvPicPr>
        <p:blipFill>
          <a:blip r:embed="rId5" cstate="print"/>
          <a:stretch/>
        </p:blipFill>
        <p:spPr>
          <a:xfrm>
            <a:off x="360" y="5897520"/>
            <a:ext cx="9143280" cy="960120"/>
          </a:xfrm>
          <a:prstGeom prst="rect">
            <a:avLst/>
          </a:prstGeom>
          <a:ln w="0">
            <a:noFill/>
          </a:ln>
        </p:spPr>
      </p:pic>
      <p:sp>
        <p:nvSpPr>
          <p:cNvPr id="4" name="Rectángulo redondeado 3"/>
          <p:cNvSpPr/>
          <p:nvPr/>
        </p:nvSpPr>
        <p:spPr>
          <a:xfrm>
            <a:off x="323528" y="3356992"/>
            <a:ext cx="8496944" cy="2016224"/>
          </a:xfrm>
          <a:prstGeom prst="roundRect">
            <a:avLst/>
          </a:prstGeom>
          <a:noFill/>
          <a:ln w="38100">
            <a:solidFill>
              <a:srgbClr val="A61C7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>
              <a:solidFill>
                <a:srgbClr val="AB174F"/>
              </a:solidFill>
            </a:endParaRPr>
          </a:p>
        </p:txBody>
      </p:sp>
      <p:sp>
        <p:nvSpPr>
          <p:cNvPr id="11" name="Rectángulo redondeado 10"/>
          <p:cNvSpPr/>
          <p:nvPr/>
        </p:nvSpPr>
        <p:spPr>
          <a:xfrm>
            <a:off x="812910" y="2863794"/>
            <a:ext cx="2160240" cy="72202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 smtClean="0"/>
              <a:t>Se visualizan los Docentes del Establecimiento seleccionado</a:t>
            </a:r>
            <a:endParaRPr lang="es-AR" sz="1200" dirty="0"/>
          </a:p>
        </p:txBody>
      </p:sp>
      <p:sp>
        <p:nvSpPr>
          <p:cNvPr id="12" name="Elipse 11"/>
          <p:cNvSpPr/>
          <p:nvPr/>
        </p:nvSpPr>
        <p:spPr>
          <a:xfrm>
            <a:off x="307339" y="3059957"/>
            <a:ext cx="428488" cy="38394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smtClean="0"/>
              <a:t>3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17238626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457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" name="15 Grupo"/>
          <p:cNvGrpSpPr/>
          <p:nvPr/>
        </p:nvGrpSpPr>
        <p:grpSpPr>
          <a:xfrm>
            <a:off x="540000" y="482760"/>
            <a:ext cx="6802560" cy="573480"/>
            <a:chOff x="540000" y="482760"/>
            <a:chExt cx="6802560" cy="573480"/>
          </a:xfrm>
        </p:grpSpPr>
        <p:pic>
          <p:nvPicPr>
            <p:cNvPr id="123" name="Picture 2" descr="C:\Users\jpavoni\Downloads\ELEMENTOS PARA WEB\ELEMENTOS PARA WEB\CAPA 2 nueva\PARTICIPACION CIUDADANA\BANNERS Y BOTONES-02.jpg"/>
            <p:cNvPicPr/>
            <p:nvPr/>
          </p:nvPicPr>
          <p:blipFill>
            <a:blip r:embed="rId3" cstate="print"/>
            <a:srcRect l="5396" t="37233" r="86991" b="50737"/>
            <a:stretch/>
          </p:blipFill>
          <p:spPr>
            <a:xfrm>
              <a:off x="540000" y="482760"/>
              <a:ext cx="645480" cy="57348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124" name="13 Rectángulo"/>
            <p:cNvSpPr/>
            <p:nvPr/>
          </p:nvSpPr>
          <p:spPr>
            <a:xfrm>
              <a:off x="1008360" y="482760"/>
              <a:ext cx="6334200" cy="521766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s-MX" sz="2800" b="0" strike="noStrike" spc="-1" dirty="0" smtClean="0">
                  <a:solidFill>
                    <a:srgbClr val="FFFFFF"/>
                  </a:solidFill>
                  <a:latin typeface="Alfabet ExtraBold"/>
                  <a:ea typeface="Roboto Medium"/>
                </a:rPr>
                <a:t>Planta Funcional</a:t>
              </a:r>
              <a:endParaRPr lang="es-AR" sz="2800" b="0" strike="noStrike" spc="-1" dirty="0">
                <a:latin typeface="Arial"/>
              </a:endParaRPr>
            </a:p>
          </p:txBody>
        </p:sp>
      </p:grpSp>
      <p:pic>
        <p:nvPicPr>
          <p:cNvPr id="142" name="141 Imagen"/>
          <p:cNvPicPr/>
          <p:nvPr/>
        </p:nvPicPr>
        <p:blipFill>
          <a:blip r:embed="rId4" cstate="print"/>
          <a:stretch/>
        </p:blipFill>
        <p:spPr>
          <a:xfrm>
            <a:off x="360" y="5897520"/>
            <a:ext cx="9143280" cy="960120"/>
          </a:xfrm>
          <a:prstGeom prst="rect">
            <a:avLst/>
          </a:prstGeom>
          <a:ln w="0">
            <a:noFill/>
          </a:ln>
        </p:spPr>
      </p:pic>
      <p:pic>
        <p:nvPicPr>
          <p:cNvPr id="3" name="Imagen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504" y="1268760"/>
            <a:ext cx="8820472" cy="2334995"/>
          </a:xfrm>
          <a:prstGeom prst="rect">
            <a:avLst/>
          </a:prstGeom>
        </p:spPr>
      </p:pic>
      <p:sp>
        <p:nvSpPr>
          <p:cNvPr id="13" name="Rectángulo redondeado 12"/>
          <p:cNvSpPr/>
          <p:nvPr/>
        </p:nvSpPr>
        <p:spPr>
          <a:xfrm>
            <a:off x="5292080" y="2288234"/>
            <a:ext cx="2160240" cy="72202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 smtClean="0"/>
              <a:t>Registro de Barras del docente para ese registro de la POF</a:t>
            </a:r>
            <a:endParaRPr lang="es-AR" sz="1200" dirty="0"/>
          </a:p>
        </p:txBody>
      </p:sp>
      <p:sp>
        <p:nvSpPr>
          <p:cNvPr id="14" name="Elipse 13"/>
          <p:cNvSpPr/>
          <p:nvPr/>
        </p:nvSpPr>
        <p:spPr>
          <a:xfrm>
            <a:off x="4786509" y="2484397"/>
            <a:ext cx="428488" cy="38394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smtClean="0"/>
              <a:t>4</a:t>
            </a:r>
            <a:endParaRPr lang="es-AR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83768" y="3882210"/>
            <a:ext cx="5760240" cy="1874364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6893701" y="3055652"/>
            <a:ext cx="1532778" cy="847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53593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457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3848" y="1089951"/>
            <a:ext cx="5472608" cy="1770976"/>
          </a:xfrm>
          <a:prstGeom prst="rect">
            <a:avLst/>
          </a:prstGeom>
        </p:spPr>
      </p:pic>
      <p:grpSp>
        <p:nvGrpSpPr>
          <p:cNvPr id="122" name="15 Grupo"/>
          <p:cNvGrpSpPr/>
          <p:nvPr/>
        </p:nvGrpSpPr>
        <p:grpSpPr>
          <a:xfrm>
            <a:off x="540000" y="482760"/>
            <a:ext cx="6802560" cy="573480"/>
            <a:chOff x="540000" y="482760"/>
            <a:chExt cx="6802560" cy="573480"/>
          </a:xfrm>
        </p:grpSpPr>
        <p:pic>
          <p:nvPicPr>
            <p:cNvPr id="123" name="Picture 2" descr="C:\Users\jpavoni\Downloads\ELEMENTOS PARA WEB\ELEMENTOS PARA WEB\CAPA 2 nueva\PARTICIPACION CIUDADANA\BANNERS Y BOTONES-02.jpg"/>
            <p:cNvPicPr/>
            <p:nvPr/>
          </p:nvPicPr>
          <p:blipFill>
            <a:blip r:embed="rId4" cstate="print"/>
            <a:srcRect l="5396" t="37233" r="86991" b="50737"/>
            <a:stretch/>
          </p:blipFill>
          <p:spPr>
            <a:xfrm>
              <a:off x="540000" y="482760"/>
              <a:ext cx="645480" cy="57348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124" name="13 Rectángulo"/>
            <p:cNvSpPr/>
            <p:nvPr/>
          </p:nvSpPr>
          <p:spPr>
            <a:xfrm>
              <a:off x="1008360" y="482760"/>
              <a:ext cx="6334200" cy="521766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s-MX" sz="2800" b="0" strike="noStrike" spc="-1" dirty="0" smtClean="0">
                  <a:solidFill>
                    <a:srgbClr val="FFFFFF"/>
                  </a:solidFill>
                  <a:latin typeface="Alfabet ExtraBold"/>
                  <a:ea typeface="Roboto Medium"/>
                </a:rPr>
                <a:t>Planta Funcional</a:t>
              </a:r>
              <a:endParaRPr lang="es-AR" sz="2800" b="0" strike="noStrike" spc="-1" dirty="0">
                <a:latin typeface="Arial"/>
              </a:endParaRPr>
            </a:p>
          </p:txBody>
        </p:sp>
      </p:grpSp>
      <p:pic>
        <p:nvPicPr>
          <p:cNvPr id="142" name="141 Imagen"/>
          <p:cNvPicPr/>
          <p:nvPr/>
        </p:nvPicPr>
        <p:blipFill>
          <a:blip r:embed="rId5" cstate="print"/>
          <a:stretch/>
        </p:blipFill>
        <p:spPr>
          <a:xfrm>
            <a:off x="360" y="5897520"/>
            <a:ext cx="9143280" cy="960120"/>
          </a:xfrm>
          <a:prstGeom prst="rect">
            <a:avLst/>
          </a:prstGeom>
          <a:ln w="0">
            <a:noFill/>
          </a:ln>
        </p:spPr>
      </p:pic>
      <p:sp>
        <p:nvSpPr>
          <p:cNvPr id="13" name="Rectángulo redondeado 12"/>
          <p:cNvSpPr/>
          <p:nvPr/>
        </p:nvSpPr>
        <p:spPr>
          <a:xfrm>
            <a:off x="755577" y="1268760"/>
            <a:ext cx="2160240" cy="72202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 smtClean="0"/>
              <a:t>Ingresar una de las Barras MGP y presionar AGREGAR</a:t>
            </a:r>
            <a:endParaRPr lang="es-AR" sz="1200" dirty="0"/>
          </a:p>
        </p:txBody>
      </p:sp>
      <p:sp>
        <p:nvSpPr>
          <p:cNvPr id="14" name="Elipse 13"/>
          <p:cNvSpPr/>
          <p:nvPr/>
        </p:nvSpPr>
        <p:spPr>
          <a:xfrm>
            <a:off x="179512" y="1329407"/>
            <a:ext cx="518400" cy="51945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000" dirty="0" smtClean="0"/>
              <a:t>4.1</a:t>
            </a:r>
            <a:endParaRPr lang="es-AR" sz="3200" dirty="0"/>
          </a:p>
        </p:txBody>
      </p:sp>
      <p:sp>
        <p:nvSpPr>
          <p:cNvPr id="15" name="Rectángulo redondeado 14"/>
          <p:cNvSpPr/>
          <p:nvPr/>
        </p:nvSpPr>
        <p:spPr>
          <a:xfrm>
            <a:off x="755576" y="3643079"/>
            <a:ext cx="2160240" cy="72202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 smtClean="0"/>
              <a:t>Las Barras se van ubicando en la parte inferior de la ventana emergente</a:t>
            </a:r>
            <a:endParaRPr lang="es-AR" sz="1200" dirty="0"/>
          </a:p>
        </p:txBody>
      </p:sp>
      <p:sp>
        <p:nvSpPr>
          <p:cNvPr id="16" name="Elipse 15"/>
          <p:cNvSpPr/>
          <p:nvPr/>
        </p:nvSpPr>
        <p:spPr>
          <a:xfrm>
            <a:off x="179511" y="3703726"/>
            <a:ext cx="518400" cy="51945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000" dirty="0" smtClean="0"/>
              <a:t>4.2</a:t>
            </a:r>
            <a:endParaRPr lang="es-AR" sz="3200" dirty="0"/>
          </a:p>
        </p:txBody>
      </p:sp>
      <p:pic>
        <p:nvPicPr>
          <p:cNvPr id="7" name="Imagen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3848" y="3068960"/>
            <a:ext cx="4991962" cy="2263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04425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457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" name="15 Grupo"/>
          <p:cNvGrpSpPr/>
          <p:nvPr/>
        </p:nvGrpSpPr>
        <p:grpSpPr>
          <a:xfrm>
            <a:off x="540000" y="482760"/>
            <a:ext cx="6802560" cy="573480"/>
            <a:chOff x="540000" y="482760"/>
            <a:chExt cx="6802560" cy="573480"/>
          </a:xfrm>
        </p:grpSpPr>
        <p:pic>
          <p:nvPicPr>
            <p:cNvPr id="123" name="Picture 2" descr="C:\Users\jpavoni\Downloads\ELEMENTOS PARA WEB\ELEMENTOS PARA WEB\CAPA 2 nueva\PARTICIPACION CIUDADANA\BANNERS Y BOTONES-02.jpg"/>
            <p:cNvPicPr/>
            <p:nvPr/>
          </p:nvPicPr>
          <p:blipFill>
            <a:blip r:embed="rId3" cstate="print"/>
            <a:srcRect l="5396" t="37233" r="86991" b="50737"/>
            <a:stretch/>
          </p:blipFill>
          <p:spPr>
            <a:xfrm>
              <a:off x="540000" y="482760"/>
              <a:ext cx="645480" cy="57348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124" name="13 Rectángulo"/>
            <p:cNvSpPr/>
            <p:nvPr/>
          </p:nvSpPr>
          <p:spPr>
            <a:xfrm>
              <a:off x="1008360" y="482760"/>
              <a:ext cx="6334200" cy="521766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s-MX" sz="2800" b="0" strike="noStrike" spc="-1" dirty="0" smtClean="0">
                  <a:solidFill>
                    <a:srgbClr val="FFFFFF"/>
                  </a:solidFill>
                  <a:latin typeface="Alfabet ExtraBold"/>
                  <a:ea typeface="Roboto Medium"/>
                </a:rPr>
                <a:t>Planta Funcional</a:t>
              </a:r>
              <a:endParaRPr lang="es-AR" sz="2800" b="0" strike="noStrike" spc="-1" dirty="0">
                <a:latin typeface="Arial"/>
              </a:endParaRPr>
            </a:p>
          </p:txBody>
        </p:sp>
      </p:grpSp>
      <p:pic>
        <p:nvPicPr>
          <p:cNvPr id="142" name="141 Imagen"/>
          <p:cNvPicPr/>
          <p:nvPr/>
        </p:nvPicPr>
        <p:blipFill>
          <a:blip r:embed="rId4" cstate="print"/>
          <a:stretch/>
        </p:blipFill>
        <p:spPr>
          <a:xfrm>
            <a:off x="360" y="5897520"/>
            <a:ext cx="9143280" cy="960120"/>
          </a:xfrm>
          <a:prstGeom prst="rect">
            <a:avLst/>
          </a:prstGeom>
          <a:ln w="0">
            <a:noFill/>
          </a:ln>
        </p:spPr>
      </p:pic>
      <p:sp>
        <p:nvSpPr>
          <p:cNvPr id="13" name="Rectángulo redondeado 12"/>
          <p:cNvSpPr/>
          <p:nvPr/>
        </p:nvSpPr>
        <p:spPr>
          <a:xfrm>
            <a:off x="755577" y="1268760"/>
            <a:ext cx="2160240" cy="93610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 smtClean="0"/>
              <a:t>Repetir en proceso tantas veces como barras tenga asociadas a la Secuencia en cuestión</a:t>
            </a:r>
            <a:endParaRPr lang="es-AR" sz="1200" dirty="0"/>
          </a:p>
        </p:txBody>
      </p:sp>
      <p:sp>
        <p:nvSpPr>
          <p:cNvPr id="14" name="Elipse 13"/>
          <p:cNvSpPr/>
          <p:nvPr/>
        </p:nvSpPr>
        <p:spPr>
          <a:xfrm>
            <a:off x="179512" y="1329407"/>
            <a:ext cx="518400" cy="51945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000" dirty="0" smtClean="0"/>
              <a:t>4.3</a:t>
            </a:r>
            <a:endParaRPr lang="es-AR" sz="3200" dirty="0"/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3848" y="1071328"/>
            <a:ext cx="5428771" cy="2472157"/>
          </a:xfrm>
          <a:prstGeom prst="rect">
            <a:avLst/>
          </a:prstGeom>
        </p:spPr>
      </p:pic>
      <p:pic>
        <p:nvPicPr>
          <p:cNvPr id="4" name="Imagen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98992" y="3683356"/>
            <a:ext cx="5428771" cy="1795342"/>
          </a:xfrm>
          <a:prstGeom prst="rect">
            <a:avLst/>
          </a:prstGeom>
        </p:spPr>
      </p:pic>
      <p:sp>
        <p:nvSpPr>
          <p:cNvPr id="17" name="CuadroTexto 2"/>
          <p:cNvSpPr/>
          <p:nvPr/>
        </p:nvSpPr>
        <p:spPr>
          <a:xfrm>
            <a:off x="179512" y="4144127"/>
            <a:ext cx="2896748" cy="829543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lIns="90000" tIns="45000" rIns="90000" bIns="45000" anchor="t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AR" sz="1600" dirty="0" smtClean="0"/>
              <a:t>IMPORTANTE: Si se presiona el botón CANCELAR no se guardan las barras cargadas</a:t>
            </a:r>
            <a:endParaRPr lang="es-AR" sz="1600" spc="-1" dirty="0">
              <a:solidFill>
                <a:srgbClr val="FFFFFF"/>
              </a:solidFill>
              <a:latin typeface="Alfabet Medium"/>
              <a:ea typeface="DejaVu Sans"/>
            </a:endParaRPr>
          </a:p>
        </p:txBody>
      </p:sp>
    </p:spTree>
    <p:extLst>
      <p:ext uri="{BB962C8B-B14F-4D97-AF65-F5344CB8AC3E}">
        <p14:creationId xmlns:p14="http://schemas.microsoft.com/office/powerpoint/2010/main" val="15999848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457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" name="15 Grupo"/>
          <p:cNvGrpSpPr/>
          <p:nvPr/>
        </p:nvGrpSpPr>
        <p:grpSpPr>
          <a:xfrm>
            <a:off x="540000" y="482760"/>
            <a:ext cx="6802560" cy="573480"/>
            <a:chOff x="540000" y="482760"/>
            <a:chExt cx="6802560" cy="573480"/>
          </a:xfrm>
        </p:grpSpPr>
        <p:pic>
          <p:nvPicPr>
            <p:cNvPr id="123" name="Picture 2" descr="C:\Users\jpavoni\Downloads\ELEMENTOS PARA WEB\ELEMENTOS PARA WEB\CAPA 2 nueva\PARTICIPACION CIUDADANA\BANNERS Y BOTONES-02.jpg"/>
            <p:cNvPicPr/>
            <p:nvPr/>
          </p:nvPicPr>
          <p:blipFill>
            <a:blip r:embed="rId3" cstate="print"/>
            <a:srcRect l="5396" t="37233" r="86991" b="50737"/>
            <a:stretch/>
          </p:blipFill>
          <p:spPr>
            <a:xfrm>
              <a:off x="540000" y="482760"/>
              <a:ext cx="645480" cy="57348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124" name="13 Rectángulo"/>
            <p:cNvSpPr/>
            <p:nvPr/>
          </p:nvSpPr>
          <p:spPr>
            <a:xfrm>
              <a:off x="1008360" y="482760"/>
              <a:ext cx="6334200" cy="521766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s-MX" sz="2800" b="0" strike="noStrike" spc="-1" dirty="0" smtClean="0">
                  <a:solidFill>
                    <a:srgbClr val="FFFFFF"/>
                  </a:solidFill>
                  <a:latin typeface="Alfabet ExtraBold"/>
                  <a:ea typeface="Roboto Medium"/>
                </a:rPr>
                <a:t>Planta Funcional</a:t>
              </a:r>
              <a:endParaRPr lang="es-AR" sz="2800" b="0" strike="noStrike" spc="-1" dirty="0">
                <a:latin typeface="Arial"/>
              </a:endParaRPr>
            </a:p>
          </p:txBody>
        </p:sp>
      </p:grpSp>
      <p:pic>
        <p:nvPicPr>
          <p:cNvPr id="142" name="141 Imagen"/>
          <p:cNvPicPr/>
          <p:nvPr/>
        </p:nvPicPr>
        <p:blipFill>
          <a:blip r:embed="rId4" cstate="print"/>
          <a:stretch/>
        </p:blipFill>
        <p:spPr>
          <a:xfrm>
            <a:off x="360" y="5897520"/>
            <a:ext cx="9143280" cy="960120"/>
          </a:xfrm>
          <a:prstGeom prst="rect">
            <a:avLst/>
          </a:prstGeom>
          <a:ln w="0">
            <a:noFill/>
          </a:ln>
        </p:spPr>
      </p:pic>
      <p:sp>
        <p:nvSpPr>
          <p:cNvPr id="13" name="Rectángulo redondeado 12"/>
          <p:cNvSpPr/>
          <p:nvPr/>
        </p:nvSpPr>
        <p:spPr>
          <a:xfrm>
            <a:off x="755577" y="1268760"/>
            <a:ext cx="2160240" cy="93610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 smtClean="0"/>
              <a:t>Presionar el botón GUARDAR para registrar y asociar las barras al registro de POF</a:t>
            </a:r>
            <a:endParaRPr lang="es-AR" sz="1200" dirty="0"/>
          </a:p>
        </p:txBody>
      </p:sp>
      <p:sp>
        <p:nvSpPr>
          <p:cNvPr id="14" name="Elipse 13"/>
          <p:cNvSpPr/>
          <p:nvPr/>
        </p:nvSpPr>
        <p:spPr>
          <a:xfrm>
            <a:off x="179512" y="1329407"/>
            <a:ext cx="518400" cy="51945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000" dirty="0" smtClean="0"/>
              <a:t>4.4</a:t>
            </a:r>
            <a:endParaRPr lang="es-AR" sz="3200" dirty="0"/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57722" y="4470371"/>
            <a:ext cx="7452320" cy="1165619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48689" y="1110754"/>
            <a:ext cx="5635271" cy="2558116"/>
          </a:xfrm>
          <a:prstGeom prst="rect">
            <a:avLst/>
          </a:prstGeom>
        </p:spPr>
      </p:pic>
      <p:sp>
        <p:nvSpPr>
          <p:cNvPr id="15" name="Rectángulo redondeado 14"/>
          <p:cNvSpPr/>
          <p:nvPr/>
        </p:nvSpPr>
        <p:spPr>
          <a:xfrm>
            <a:off x="755577" y="3645024"/>
            <a:ext cx="2160240" cy="93610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 smtClean="0"/>
              <a:t>Se visualiza un mensaje de confirmación en pantalla</a:t>
            </a:r>
            <a:endParaRPr lang="es-AR" sz="1200" dirty="0"/>
          </a:p>
        </p:txBody>
      </p:sp>
      <p:sp>
        <p:nvSpPr>
          <p:cNvPr id="16" name="Elipse 15"/>
          <p:cNvSpPr/>
          <p:nvPr/>
        </p:nvSpPr>
        <p:spPr>
          <a:xfrm>
            <a:off x="179512" y="3705671"/>
            <a:ext cx="518400" cy="51945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000" dirty="0" smtClean="0"/>
              <a:t>4.5</a:t>
            </a:r>
            <a:endParaRPr lang="es-AR" sz="3200" dirty="0"/>
          </a:p>
        </p:txBody>
      </p:sp>
    </p:spTree>
    <p:extLst>
      <p:ext uri="{BB962C8B-B14F-4D97-AF65-F5344CB8AC3E}">
        <p14:creationId xmlns:p14="http://schemas.microsoft.com/office/powerpoint/2010/main" val="27279858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457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661" y="1192663"/>
            <a:ext cx="8532440" cy="2858529"/>
          </a:xfrm>
          <a:prstGeom prst="rect">
            <a:avLst/>
          </a:prstGeom>
        </p:spPr>
      </p:pic>
      <p:grpSp>
        <p:nvGrpSpPr>
          <p:cNvPr id="122" name="15 Grupo"/>
          <p:cNvGrpSpPr/>
          <p:nvPr/>
        </p:nvGrpSpPr>
        <p:grpSpPr>
          <a:xfrm>
            <a:off x="540000" y="482760"/>
            <a:ext cx="6802560" cy="573480"/>
            <a:chOff x="540000" y="482760"/>
            <a:chExt cx="6802560" cy="573480"/>
          </a:xfrm>
        </p:grpSpPr>
        <p:pic>
          <p:nvPicPr>
            <p:cNvPr id="123" name="Picture 2" descr="C:\Users\jpavoni\Downloads\ELEMENTOS PARA WEB\ELEMENTOS PARA WEB\CAPA 2 nueva\PARTICIPACION CIUDADANA\BANNERS Y BOTONES-02.jpg"/>
            <p:cNvPicPr/>
            <p:nvPr/>
          </p:nvPicPr>
          <p:blipFill>
            <a:blip r:embed="rId4" cstate="print"/>
            <a:srcRect l="5396" t="37233" r="86991" b="50737"/>
            <a:stretch/>
          </p:blipFill>
          <p:spPr>
            <a:xfrm>
              <a:off x="540000" y="482760"/>
              <a:ext cx="645480" cy="57348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124" name="13 Rectángulo"/>
            <p:cNvSpPr/>
            <p:nvPr/>
          </p:nvSpPr>
          <p:spPr>
            <a:xfrm>
              <a:off x="1008360" y="482760"/>
              <a:ext cx="6334200" cy="521766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s-MX" sz="2800" b="0" strike="noStrike" spc="-1" dirty="0" smtClean="0">
                  <a:solidFill>
                    <a:srgbClr val="FFFFFF"/>
                  </a:solidFill>
                  <a:latin typeface="Alfabet ExtraBold"/>
                  <a:ea typeface="Roboto Medium"/>
                </a:rPr>
                <a:t>Planta Funcional</a:t>
              </a:r>
              <a:endParaRPr lang="es-AR" sz="2800" b="0" strike="noStrike" spc="-1" dirty="0">
                <a:latin typeface="Arial"/>
              </a:endParaRPr>
            </a:p>
          </p:txBody>
        </p:sp>
      </p:grpSp>
      <p:pic>
        <p:nvPicPr>
          <p:cNvPr id="142" name="141 Imagen"/>
          <p:cNvPicPr/>
          <p:nvPr/>
        </p:nvPicPr>
        <p:blipFill>
          <a:blip r:embed="rId5" cstate="print"/>
          <a:stretch/>
        </p:blipFill>
        <p:spPr>
          <a:xfrm>
            <a:off x="360" y="5897520"/>
            <a:ext cx="9143280" cy="960120"/>
          </a:xfrm>
          <a:prstGeom prst="rect">
            <a:avLst/>
          </a:prstGeom>
          <a:ln w="0">
            <a:noFill/>
          </a:ln>
        </p:spPr>
      </p:pic>
      <p:sp>
        <p:nvSpPr>
          <p:cNvPr id="13" name="Rectángulo redondeado 12"/>
          <p:cNvSpPr/>
          <p:nvPr/>
        </p:nvSpPr>
        <p:spPr>
          <a:xfrm>
            <a:off x="5076056" y="3037322"/>
            <a:ext cx="2160240" cy="53569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 smtClean="0"/>
              <a:t>Verificar los valores cargados</a:t>
            </a:r>
            <a:endParaRPr lang="es-AR" sz="1200" dirty="0"/>
          </a:p>
        </p:txBody>
      </p:sp>
      <p:sp>
        <p:nvSpPr>
          <p:cNvPr id="14" name="Elipse 13"/>
          <p:cNvSpPr/>
          <p:nvPr/>
        </p:nvSpPr>
        <p:spPr>
          <a:xfrm>
            <a:off x="4461681" y="3053558"/>
            <a:ext cx="518400" cy="51945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000" dirty="0" smtClean="0"/>
              <a:t>4.6</a:t>
            </a:r>
            <a:endParaRPr lang="es-AR" sz="3200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18176" y="3717032"/>
            <a:ext cx="4523809" cy="2319047"/>
          </a:xfrm>
          <a:prstGeom prst="rect">
            <a:avLst/>
          </a:prstGeom>
        </p:spPr>
      </p:pic>
      <p:pic>
        <p:nvPicPr>
          <p:cNvPr id="17" name="Imagen 1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7073185" flipH="1">
            <a:off x="6770896" y="3980711"/>
            <a:ext cx="1532778" cy="847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25522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457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56" y="1344901"/>
            <a:ext cx="8964488" cy="1923808"/>
          </a:xfrm>
          <a:prstGeom prst="rect">
            <a:avLst/>
          </a:prstGeom>
        </p:spPr>
      </p:pic>
      <p:grpSp>
        <p:nvGrpSpPr>
          <p:cNvPr id="122" name="15 Grupo"/>
          <p:cNvGrpSpPr/>
          <p:nvPr/>
        </p:nvGrpSpPr>
        <p:grpSpPr>
          <a:xfrm>
            <a:off x="540000" y="482760"/>
            <a:ext cx="6802560" cy="573480"/>
            <a:chOff x="540000" y="482760"/>
            <a:chExt cx="6802560" cy="573480"/>
          </a:xfrm>
        </p:grpSpPr>
        <p:pic>
          <p:nvPicPr>
            <p:cNvPr id="123" name="Picture 2" descr="C:\Users\jpavoni\Downloads\ELEMENTOS PARA WEB\ELEMENTOS PARA WEB\CAPA 2 nueva\PARTICIPACION CIUDADANA\BANNERS Y BOTONES-02.jpg"/>
            <p:cNvPicPr/>
            <p:nvPr/>
          </p:nvPicPr>
          <p:blipFill>
            <a:blip r:embed="rId4" cstate="print"/>
            <a:srcRect l="5396" t="37233" r="86991" b="50737"/>
            <a:stretch/>
          </p:blipFill>
          <p:spPr>
            <a:xfrm>
              <a:off x="540000" y="482760"/>
              <a:ext cx="645480" cy="57348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124" name="13 Rectángulo"/>
            <p:cNvSpPr/>
            <p:nvPr/>
          </p:nvSpPr>
          <p:spPr>
            <a:xfrm>
              <a:off x="1008360" y="482760"/>
              <a:ext cx="6334200" cy="521766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s-MX" sz="2800" b="0" strike="noStrike" spc="-1" dirty="0" smtClean="0">
                  <a:solidFill>
                    <a:srgbClr val="FFFFFF"/>
                  </a:solidFill>
                  <a:latin typeface="Alfabet ExtraBold"/>
                  <a:ea typeface="Roboto Medium"/>
                </a:rPr>
                <a:t>Planta Funcional</a:t>
              </a:r>
              <a:endParaRPr lang="es-AR" sz="2800" b="0" strike="noStrike" spc="-1" dirty="0">
                <a:latin typeface="Arial"/>
              </a:endParaRPr>
            </a:p>
          </p:txBody>
        </p:sp>
      </p:grpSp>
      <p:pic>
        <p:nvPicPr>
          <p:cNvPr id="142" name="141 Imagen"/>
          <p:cNvPicPr/>
          <p:nvPr/>
        </p:nvPicPr>
        <p:blipFill>
          <a:blip r:embed="rId5" cstate="print"/>
          <a:stretch/>
        </p:blipFill>
        <p:spPr>
          <a:xfrm>
            <a:off x="360" y="5897520"/>
            <a:ext cx="9143280" cy="960120"/>
          </a:xfrm>
          <a:prstGeom prst="rect">
            <a:avLst/>
          </a:prstGeom>
          <a:ln w="0">
            <a:noFill/>
          </a:ln>
        </p:spPr>
      </p:pic>
      <p:sp>
        <p:nvSpPr>
          <p:cNvPr id="13" name="Rectángulo redondeado 12"/>
          <p:cNvSpPr/>
          <p:nvPr/>
        </p:nvSpPr>
        <p:spPr>
          <a:xfrm>
            <a:off x="5546415" y="2172046"/>
            <a:ext cx="2160240" cy="72342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 smtClean="0"/>
              <a:t>Si se quisiera eliminar una Barra, hacer clic en el botón AGREGAR BARRAS</a:t>
            </a:r>
            <a:endParaRPr lang="es-AR" sz="1200" dirty="0"/>
          </a:p>
        </p:txBody>
      </p:sp>
      <p:sp>
        <p:nvSpPr>
          <p:cNvPr id="14" name="Elipse 13"/>
          <p:cNvSpPr/>
          <p:nvPr/>
        </p:nvSpPr>
        <p:spPr>
          <a:xfrm>
            <a:off x="4932040" y="2188283"/>
            <a:ext cx="518400" cy="51945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000" dirty="0" smtClean="0"/>
              <a:t>4.7</a:t>
            </a:r>
            <a:endParaRPr lang="es-AR" sz="3200" dirty="0"/>
          </a:p>
        </p:txBody>
      </p:sp>
      <p:pic>
        <p:nvPicPr>
          <p:cNvPr id="17" name="Imagen 1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7073185" flipH="1">
            <a:off x="7687158" y="2985575"/>
            <a:ext cx="1532778" cy="847588"/>
          </a:xfrm>
          <a:prstGeom prst="rect">
            <a:avLst/>
          </a:prstGeom>
        </p:spPr>
      </p:pic>
      <p:pic>
        <p:nvPicPr>
          <p:cNvPr id="11" name="Imagen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67744" y="2930981"/>
            <a:ext cx="5729385" cy="2593301"/>
          </a:xfrm>
          <a:prstGeom prst="rect">
            <a:avLst/>
          </a:prstGeom>
        </p:spPr>
      </p:pic>
      <p:pic>
        <p:nvPicPr>
          <p:cNvPr id="8" name="Imagen 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70866" y="3723836"/>
            <a:ext cx="1075940" cy="871882"/>
          </a:xfrm>
          <a:prstGeom prst="rect">
            <a:avLst/>
          </a:prstGeom>
        </p:spPr>
      </p:pic>
      <p:pic>
        <p:nvPicPr>
          <p:cNvPr id="9" name="Imagen 8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2930" y="3863704"/>
            <a:ext cx="693276" cy="693276"/>
          </a:xfrm>
          <a:prstGeom prst="rect">
            <a:avLst/>
          </a:prstGeom>
        </p:spPr>
      </p:pic>
      <p:pic>
        <p:nvPicPr>
          <p:cNvPr id="7" name="Imagen 6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678980" y="5061377"/>
            <a:ext cx="3786040" cy="1273743"/>
          </a:xfrm>
          <a:prstGeom prst="rect">
            <a:avLst/>
          </a:prstGeom>
        </p:spPr>
      </p:pic>
      <p:pic>
        <p:nvPicPr>
          <p:cNvPr id="10" name="Imagen 9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5285159" y="4464612"/>
            <a:ext cx="878012" cy="878012"/>
          </a:xfrm>
          <a:prstGeom prst="rect">
            <a:avLst/>
          </a:prstGeom>
        </p:spPr>
      </p:pic>
      <p:sp>
        <p:nvSpPr>
          <p:cNvPr id="19" name="Rectángulo redondeado 18"/>
          <p:cNvSpPr/>
          <p:nvPr/>
        </p:nvSpPr>
        <p:spPr>
          <a:xfrm>
            <a:off x="179512" y="3773395"/>
            <a:ext cx="2160240" cy="375686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200" dirty="0" smtClean="0">
                <a:sym typeface="Wingdings" panose="05000000000000000000" pitchFamily="2" charset="2"/>
              </a:rPr>
              <a:t> </a:t>
            </a:r>
            <a:r>
              <a:rPr lang="es-ES" sz="1200" dirty="0" smtClean="0"/>
              <a:t>Seleccionar la barra</a:t>
            </a:r>
            <a:endParaRPr lang="es-AR" sz="1200" dirty="0"/>
          </a:p>
        </p:txBody>
      </p:sp>
      <p:sp>
        <p:nvSpPr>
          <p:cNvPr id="20" name="Rectángulo redondeado 19"/>
          <p:cNvSpPr/>
          <p:nvPr/>
        </p:nvSpPr>
        <p:spPr>
          <a:xfrm>
            <a:off x="188842" y="4279121"/>
            <a:ext cx="2160240" cy="375686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200" dirty="0" smtClean="0">
                <a:sym typeface="Wingdings" panose="05000000000000000000" pitchFamily="2" charset="2"/>
              </a:rPr>
              <a:t> </a:t>
            </a:r>
            <a:r>
              <a:rPr lang="es-ES" sz="1200" dirty="0" smtClean="0"/>
              <a:t>Hacer clic en X</a:t>
            </a:r>
            <a:endParaRPr lang="es-AR" sz="1200" dirty="0"/>
          </a:p>
        </p:txBody>
      </p:sp>
      <p:sp>
        <p:nvSpPr>
          <p:cNvPr id="21" name="Rectángulo redondeado 20"/>
          <p:cNvSpPr/>
          <p:nvPr/>
        </p:nvSpPr>
        <p:spPr>
          <a:xfrm>
            <a:off x="179512" y="4781506"/>
            <a:ext cx="2160240" cy="375686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200" dirty="0" smtClean="0">
                <a:sym typeface="Wingdings" panose="05000000000000000000" pitchFamily="2" charset="2"/>
              </a:rPr>
              <a:t> </a:t>
            </a:r>
            <a:r>
              <a:rPr lang="es-ES" sz="1200" dirty="0" smtClean="0"/>
              <a:t>Confirmar Eliminación</a:t>
            </a:r>
            <a:endParaRPr lang="es-AR" sz="1200" dirty="0"/>
          </a:p>
        </p:txBody>
      </p:sp>
    </p:spTree>
    <p:extLst>
      <p:ext uri="{BB962C8B-B14F-4D97-AF65-F5344CB8AC3E}">
        <p14:creationId xmlns:p14="http://schemas.microsoft.com/office/powerpoint/2010/main" val="5725121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457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" name="15 Grupo"/>
          <p:cNvGrpSpPr/>
          <p:nvPr/>
        </p:nvGrpSpPr>
        <p:grpSpPr>
          <a:xfrm>
            <a:off x="540000" y="482760"/>
            <a:ext cx="6802560" cy="573480"/>
            <a:chOff x="540000" y="482760"/>
            <a:chExt cx="6802560" cy="573480"/>
          </a:xfrm>
        </p:grpSpPr>
        <p:pic>
          <p:nvPicPr>
            <p:cNvPr id="123" name="Picture 2" descr="C:\Users\jpavoni\Downloads\ELEMENTOS PARA WEB\ELEMENTOS PARA WEB\CAPA 2 nueva\PARTICIPACION CIUDADANA\BANNERS Y BOTONES-02.jpg"/>
            <p:cNvPicPr/>
            <p:nvPr/>
          </p:nvPicPr>
          <p:blipFill>
            <a:blip r:embed="rId3" cstate="print"/>
            <a:srcRect l="5396" t="37233" r="86991" b="50737"/>
            <a:stretch/>
          </p:blipFill>
          <p:spPr>
            <a:xfrm>
              <a:off x="540000" y="482760"/>
              <a:ext cx="645480" cy="57348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124" name="13 Rectángulo"/>
            <p:cNvSpPr/>
            <p:nvPr/>
          </p:nvSpPr>
          <p:spPr>
            <a:xfrm>
              <a:off x="1008360" y="482760"/>
              <a:ext cx="6334200" cy="521766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s-MX" sz="2800" b="0" strike="noStrike" spc="-1" dirty="0" smtClean="0">
                  <a:solidFill>
                    <a:srgbClr val="FFFFFF"/>
                  </a:solidFill>
                  <a:latin typeface="Alfabet ExtraBold"/>
                  <a:ea typeface="Roboto Medium"/>
                </a:rPr>
                <a:t>Planta Funcional</a:t>
              </a:r>
              <a:endParaRPr lang="es-AR" sz="2800" b="0" strike="noStrike" spc="-1" dirty="0">
                <a:latin typeface="Arial"/>
              </a:endParaRPr>
            </a:p>
          </p:txBody>
        </p:sp>
      </p:grpSp>
      <p:pic>
        <p:nvPicPr>
          <p:cNvPr id="142" name="141 Imagen"/>
          <p:cNvPicPr/>
          <p:nvPr/>
        </p:nvPicPr>
        <p:blipFill>
          <a:blip r:embed="rId4" cstate="print"/>
          <a:stretch/>
        </p:blipFill>
        <p:spPr>
          <a:xfrm>
            <a:off x="360" y="5897520"/>
            <a:ext cx="9143280" cy="960120"/>
          </a:xfrm>
          <a:prstGeom prst="rect">
            <a:avLst/>
          </a:prstGeom>
          <a:ln w="0">
            <a:noFill/>
          </a:ln>
        </p:spPr>
      </p:pic>
      <p:pic>
        <p:nvPicPr>
          <p:cNvPr id="3" name="Imagen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3528" y="1070182"/>
            <a:ext cx="8460432" cy="2862874"/>
          </a:xfrm>
          <a:prstGeom prst="rect">
            <a:avLst/>
          </a:prstGeom>
        </p:spPr>
      </p:pic>
      <p:sp>
        <p:nvSpPr>
          <p:cNvPr id="10" name="Rectángulo redondeado 9"/>
          <p:cNvSpPr/>
          <p:nvPr/>
        </p:nvSpPr>
        <p:spPr>
          <a:xfrm>
            <a:off x="5364088" y="1934278"/>
            <a:ext cx="2160240" cy="93610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 smtClean="0"/>
              <a:t>Descargar en Excel la Planta Funcional del Establecimiento</a:t>
            </a:r>
            <a:endParaRPr lang="es-AR" sz="1200" dirty="0"/>
          </a:p>
        </p:txBody>
      </p:sp>
      <p:sp>
        <p:nvSpPr>
          <p:cNvPr id="12" name="Elipse 11"/>
          <p:cNvSpPr/>
          <p:nvPr/>
        </p:nvSpPr>
        <p:spPr>
          <a:xfrm>
            <a:off x="4788024" y="2086156"/>
            <a:ext cx="428488" cy="38394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smtClean="0"/>
              <a:t>5</a:t>
            </a:r>
            <a:endParaRPr lang="es-AR" dirty="0"/>
          </a:p>
        </p:txBody>
      </p:sp>
      <p:pic>
        <p:nvPicPr>
          <p:cNvPr id="13" name="Imagen 1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7073185" flipH="1">
            <a:off x="6905515" y="2980246"/>
            <a:ext cx="1532778" cy="847588"/>
          </a:xfrm>
          <a:prstGeom prst="rect">
            <a:avLst/>
          </a:prstGeom>
        </p:spPr>
      </p:pic>
      <p:pic>
        <p:nvPicPr>
          <p:cNvPr id="2" name="Imagen 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95736" y="3218889"/>
            <a:ext cx="4982560" cy="3460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01131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7104</TotalTime>
  <Words>220</Words>
  <Application>Microsoft Office PowerPoint</Application>
  <PresentationFormat>Presentación en pantalla (4:3)</PresentationFormat>
  <Paragraphs>53</Paragraphs>
  <Slides>11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11</vt:i4>
      </vt:variant>
    </vt:vector>
  </HeadingPairs>
  <TitlesOfParts>
    <vt:vector size="21" baseType="lpstr">
      <vt:lpstr>Alfabet ExtraBold</vt:lpstr>
      <vt:lpstr>Alfabet Medium</vt:lpstr>
      <vt:lpstr>Arial</vt:lpstr>
      <vt:lpstr>DejaVu Sans</vt:lpstr>
      <vt:lpstr>Roboto Medium</vt:lpstr>
      <vt:lpstr>Symbol</vt:lpstr>
      <vt:lpstr>Times New Roman</vt:lpstr>
      <vt:lpstr>Wingdings</vt:lpstr>
      <vt:lpstr>Office Theme</vt:lpstr>
      <vt:lpstr>Office Theme</vt:lpstr>
      <vt:lpstr>Devolución de Subvenciones Docentes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Pavoni Julian</dc:creator>
  <cp:lastModifiedBy>Lopez Gabriela</cp:lastModifiedBy>
  <cp:revision>108</cp:revision>
  <dcterms:created xsi:type="dcterms:W3CDTF">2024-04-17T14:44:25Z</dcterms:created>
  <dcterms:modified xsi:type="dcterms:W3CDTF">2025-08-25T17:23:41Z</dcterms:modified>
  <dc:language>es-AR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3</vt:i4>
  </property>
  <property fmtid="{D5CDD505-2E9C-101B-9397-08002B2CF9AE}" pid="3" name="PresentationFormat">
    <vt:lpwstr>Presentación en pantalla (4:3)</vt:lpwstr>
  </property>
  <property fmtid="{D5CDD505-2E9C-101B-9397-08002B2CF9AE}" pid="4" name="Slides">
    <vt:i4>24</vt:i4>
  </property>
</Properties>
</file>